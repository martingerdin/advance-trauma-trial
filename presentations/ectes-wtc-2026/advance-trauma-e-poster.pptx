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7" r:id="rId5"/>
  </p:sldIdLst>
  <p:sldSz cx="30243463" cy="42845038"/>
  <p:notesSz cx="6856413" cy="9666288"/>
  <p:defaultTextStyle>
    <a:defPPr>
      <a:defRPr lang="sv-SE"/>
    </a:defPPr>
    <a:lvl1pPr algn="l" rtl="0" eaLnBrk="0" fontAlgn="base" hangingPunct="0">
      <a:spcBef>
        <a:spcPct val="0"/>
      </a:spcBef>
      <a:spcAft>
        <a:spcPct val="0"/>
      </a:spcAft>
      <a:defRPr sz="4100" kern="1200">
        <a:solidFill>
          <a:srgbClr val="000000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544513" indent="-87313" algn="l" rtl="0" eaLnBrk="0" fontAlgn="base" hangingPunct="0">
      <a:spcBef>
        <a:spcPct val="0"/>
      </a:spcBef>
      <a:spcAft>
        <a:spcPct val="0"/>
      </a:spcAft>
      <a:defRPr sz="4100" kern="1200">
        <a:solidFill>
          <a:srgbClr val="000000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090613" indent="-176213" algn="l" rtl="0" eaLnBrk="0" fontAlgn="base" hangingPunct="0">
      <a:spcBef>
        <a:spcPct val="0"/>
      </a:spcBef>
      <a:spcAft>
        <a:spcPct val="0"/>
      </a:spcAft>
      <a:defRPr sz="4100" kern="1200">
        <a:solidFill>
          <a:srgbClr val="000000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636713" indent="-265113" algn="l" rtl="0" eaLnBrk="0" fontAlgn="base" hangingPunct="0">
      <a:spcBef>
        <a:spcPct val="0"/>
      </a:spcBef>
      <a:spcAft>
        <a:spcPct val="0"/>
      </a:spcAft>
      <a:defRPr sz="4100" kern="1200">
        <a:solidFill>
          <a:srgbClr val="000000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2182813" indent="-354013" algn="l" rtl="0" eaLnBrk="0" fontAlgn="base" hangingPunct="0">
      <a:spcBef>
        <a:spcPct val="0"/>
      </a:spcBef>
      <a:spcAft>
        <a:spcPct val="0"/>
      </a:spcAft>
      <a:defRPr sz="4100" kern="1200">
        <a:solidFill>
          <a:srgbClr val="000000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4100" kern="1200">
        <a:solidFill>
          <a:srgbClr val="000000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4100" kern="1200">
        <a:solidFill>
          <a:srgbClr val="000000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4100" kern="1200">
        <a:solidFill>
          <a:srgbClr val="000000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4100" kern="1200">
        <a:solidFill>
          <a:srgbClr val="000000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428" userDrawn="1">
          <p15:clr>
            <a:srgbClr val="A4A3A4"/>
          </p15:clr>
        </p15:guide>
        <p15:guide id="2" pos="14394" userDrawn="1">
          <p15:clr>
            <a:srgbClr val="A4A3A4"/>
          </p15:clr>
        </p15:guide>
        <p15:guide id="3" orient="horz" pos="4145" userDrawn="1">
          <p15:clr>
            <a:srgbClr val="A4A3A4"/>
          </p15:clr>
        </p15:guide>
        <p15:guide id="4" orient="horz" pos="4773" userDrawn="1">
          <p15:clr>
            <a:srgbClr val="A4A3A4"/>
          </p15:clr>
        </p15:guide>
        <p15:guide id="5" orient="horz" pos="70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44" userDrawn="1">
          <p15:clr>
            <a:srgbClr val="A4A3A4"/>
          </p15:clr>
        </p15:guide>
        <p15:guide id="2" pos="215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4F4"/>
    <a:srgbClr val="FFFFFF"/>
    <a:srgbClr val="4F0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16" autoAdjust="0"/>
    <p:restoredTop sz="94694" autoAdjust="0"/>
  </p:normalViewPr>
  <p:slideViewPr>
    <p:cSldViewPr snapToObjects="1">
      <p:cViewPr>
        <p:scale>
          <a:sx n="40" d="100"/>
          <a:sy n="40" d="100"/>
        </p:scale>
        <p:origin x="712" y="144"/>
      </p:cViewPr>
      <p:guideLst>
        <p:guide orient="horz" pos="23428"/>
        <p:guide pos="14394"/>
        <p:guide orient="horz" pos="4145"/>
        <p:guide orient="horz" pos="4773"/>
        <p:guide orient="horz" pos="70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102" d="100"/>
          <a:sy n="102" d="100"/>
        </p:scale>
        <p:origin x="-648" y="-102"/>
      </p:cViewPr>
      <p:guideLst>
        <p:guide orient="horz" pos="3044"/>
        <p:guide pos="215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0F7FFE7-1394-C347-AFFF-1CC142B835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474" cy="483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6266" tIns="18133" rIns="36266" bIns="18133" numCol="1" anchor="t" anchorCtr="0" compatLnSpc="1">
            <a:prstTxWarp prst="textNoShape">
              <a:avLst/>
            </a:prstTxWarp>
          </a:bodyPr>
          <a:lstStyle>
            <a:lvl1pPr defTabSz="361950" eaLnBrk="1" hangingPunct="1">
              <a:spcBef>
                <a:spcPct val="0"/>
              </a:spcBef>
              <a:defRPr sz="5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sv-SE" altLang="sv-SE" dirty="0">
              <a:latin typeface="Arial" panose="020B0604020202020204" pitchFamily="34" charset="0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5833535-0B97-6D42-B28A-34764EC5019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5939" y="0"/>
            <a:ext cx="2970474" cy="483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6266" tIns="18133" rIns="36266" bIns="18133" numCol="1" anchor="t" anchorCtr="0" compatLnSpc="1">
            <a:prstTxWarp prst="textNoShape">
              <a:avLst/>
            </a:prstTxWarp>
          </a:bodyPr>
          <a:lstStyle>
            <a:lvl1pPr algn="r" defTabSz="361950" eaLnBrk="1" hangingPunct="1">
              <a:spcBef>
                <a:spcPct val="0"/>
              </a:spcBef>
              <a:defRPr sz="5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sv-SE" altLang="sv-SE" dirty="0">
              <a:latin typeface="Arial" panose="020B0604020202020204" pitchFamily="34" charset="0"/>
            </a:endParaRP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60D335A9-343F-CA4D-AA65-F44769B7616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82862"/>
            <a:ext cx="2970474" cy="483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6266" tIns="18133" rIns="36266" bIns="18133" numCol="1" anchor="b" anchorCtr="0" compatLnSpc="1">
            <a:prstTxWarp prst="textNoShape">
              <a:avLst/>
            </a:prstTxWarp>
          </a:bodyPr>
          <a:lstStyle>
            <a:lvl1pPr defTabSz="361950" eaLnBrk="1" hangingPunct="1">
              <a:spcBef>
                <a:spcPct val="0"/>
              </a:spcBef>
              <a:defRPr sz="5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sv-SE" altLang="sv-SE" dirty="0">
              <a:latin typeface="Arial" panose="020B0604020202020204" pitchFamily="34" charset="0"/>
            </a:endParaRP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9DE9D195-AD0C-3C41-9DDA-5681A65F6CE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5939" y="9182862"/>
            <a:ext cx="2970474" cy="483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6266" tIns="18133" rIns="36266" bIns="18133" numCol="1" anchor="b" anchorCtr="0" compatLnSpc="1">
            <a:prstTxWarp prst="textNoShape">
              <a:avLst/>
            </a:prstTxWarp>
          </a:bodyPr>
          <a:lstStyle>
            <a:lvl1pPr algn="r" defTabSz="361950" eaLnBrk="1" hangingPunct="1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A794F9FB-B2FC-2F47-A18E-4877B161B5B3}" type="slidenum">
              <a:rPr lang="sv-SE" altLang="sv-SE">
                <a:latin typeface="Arial" panose="020B0604020202020204" pitchFamily="34" charset="0"/>
              </a:rPr>
              <a:pPr/>
              <a:t>‹#›</a:t>
            </a:fld>
            <a:endParaRPr lang="sv-SE" altLang="sv-SE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15D13AC9-9C0C-2E44-B68A-A0FA7A5CB1A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71600" cy="483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6295" tIns="8147" rIns="16295" bIns="8147" numCol="1" anchor="t" anchorCtr="0" compatLnSpc="1">
            <a:prstTxWarp prst="textNoShape">
              <a:avLst/>
            </a:prstTxWarp>
          </a:bodyPr>
          <a:lstStyle>
            <a:lvl1pPr defTabSz="163513" eaLnBrk="1" hangingPunct="1">
              <a:spcBef>
                <a:spcPct val="0"/>
              </a:spcBef>
              <a:defRPr sz="2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11E73B0-D592-A349-A47D-5F06C9D6A84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3687" y="0"/>
            <a:ext cx="2971600" cy="483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6295" tIns="8147" rIns="16295" bIns="8147" numCol="1" anchor="t" anchorCtr="0" compatLnSpc="1">
            <a:prstTxWarp prst="textNoShape">
              <a:avLst/>
            </a:prstTxWarp>
          </a:bodyPr>
          <a:lstStyle>
            <a:lvl1pPr algn="r" defTabSz="163513" eaLnBrk="1" hangingPunct="1">
              <a:spcBef>
                <a:spcPct val="0"/>
              </a:spcBef>
              <a:defRPr sz="2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43DA908E-0E11-4B4B-A0C3-A91D9C7E5D6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51063" y="725488"/>
            <a:ext cx="2554287" cy="36226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29259EB7-1C84-3540-BEE2-B953F4B6536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754" y="4590312"/>
            <a:ext cx="5484905" cy="4350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6295" tIns="8147" rIns="16295" bIns="81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1A8D9FFB-8B24-EF4E-ABB0-C8CE1E1442C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80623"/>
            <a:ext cx="2971600" cy="483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6295" tIns="8147" rIns="16295" bIns="8147" numCol="1" anchor="b" anchorCtr="0" compatLnSpc="1">
            <a:prstTxWarp prst="textNoShape">
              <a:avLst/>
            </a:prstTxWarp>
          </a:bodyPr>
          <a:lstStyle>
            <a:lvl1pPr defTabSz="163513" eaLnBrk="1" hangingPunct="1">
              <a:spcBef>
                <a:spcPct val="0"/>
              </a:spcBef>
              <a:defRPr sz="2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01AF8EF5-8980-7D47-8B0A-773370D9A9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687" y="9180623"/>
            <a:ext cx="2971600" cy="483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6295" tIns="8147" rIns="16295" bIns="8147" numCol="1" anchor="b" anchorCtr="0" compatLnSpc="1">
            <a:prstTxWarp prst="textNoShape">
              <a:avLst/>
            </a:prstTxWarp>
          </a:bodyPr>
          <a:lstStyle>
            <a:lvl1pPr algn="r" defTabSz="163513" eaLnBrk="1" hangingPunct="1">
              <a:defRPr sz="2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98CD652B-827E-3249-BE08-6929B9F1E02D}" type="slidenum">
              <a:rPr lang="en-US" altLang="sv-SE" smtClean="0"/>
              <a:pPr/>
              <a:t>‹#›</a:t>
            </a:fld>
            <a:endParaRPr lang="en-US" altLang="sv-S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b="0" i="0" kern="1200">
        <a:solidFill>
          <a:schemeClr val="tx1"/>
        </a:solidFill>
        <a:latin typeface="Arial" panose="020B0604020202020204" pitchFamily="34" charset="0"/>
        <a:ea typeface="ＭＳ Ｐゴシック" charset="0"/>
        <a:cs typeface="ＭＳ Ｐゴシック" charset="0"/>
      </a:defRPr>
    </a:lvl1pPr>
    <a:lvl2pPr marL="544513" algn="l" rtl="0" eaLnBrk="0" fontAlgn="base" hangingPunct="0">
      <a:spcBef>
        <a:spcPct val="30000"/>
      </a:spcBef>
      <a:spcAft>
        <a:spcPct val="0"/>
      </a:spcAft>
      <a:defRPr sz="1400" b="0" i="0" kern="1200">
        <a:solidFill>
          <a:schemeClr val="tx1"/>
        </a:solidFill>
        <a:latin typeface="Arial" panose="020B0604020202020204" pitchFamily="34" charset="0"/>
        <a:ea typeface="ＭＳ Ｐゴシック" charset="0"/>
        <a:cs typeface="+mn-cs"/>
      </a:defRPr>
    </a:lvl2pPr>
    <a:lvl3pPr marL="1090613" algn="l" rtl="0" eaLnBrk="0" fontAlgn="base" hangingPunct="0">
      <a:spcBef>
        <a:spcPct val="30000"/>
      </a:spcBef>
      <a:spcAft>
        <a:spcPct val="0"/>
      </a:spcAft>
      <a:defRPr sz="1400" b="0" i="0" kern="1200">
        <a:solidFill>
          <a:schemeClr val="tx1"/>
        </a:solidFill>
        <a:latin typeface="Arial" panose="020B0604020202020204" pitchFamily="34" charset="0"/>
        <a:ea typeface="ＭＳ Ｐゴシック" charset="0"/>
        <a:cs typeface="+mn-cs"/>
      </a:defRPr>
    </a:lvl3pPr>
    <a:lvl4pPr marL="1636713" algn="l" rtl="0" eaLnBrk="0" fontAlgn="base" hangingPunct="0">
      <a:spcBef>
        <a:spcPct val="30000"/>
      </a:spcBef>
      <a:spcAft>
        <a:spcPct val="0"/>
      </a:spcAft>
      <a:defRPr sz="1400" b="0" i="0" kern="1200">
        <a:solidFill>
          <a:schemeClr val="tx1"/>
        </a:solidFill>
        <a:latin typeface="Arial" panose="020B0604020202020204" pitchFamily="34" charset="0"/>
        <a:ea typeface="ＭＳ Ｐゴシック" charset="0"/>
        <a:cs typeface="+mn-cs"/>
      </a:defRPr>
    </a:lvl4pPr>
    <a:lvl5pPr marL="2182813" algn="l" rtl="0" eaLnBrk="0" fontAlgn="base" hangingPunct="0">
      <a:spcBef>
        <a:spcPct val="30000"/>
      </a:spcBef>
      <a:spcAft>
        <a:spcPct val="0"/>
      </a:spcAft>
      <a:defRPr sz="1400" b="0" i="0" kern="1200">
        <a:solidFill>
          <a:schemeClr val="tx1"/>
        </a:solidFill>
        <a:latin typeface="Arial" panose="020B0604020202020204" pitchFamily="34" charset="0"/>
        <a:ea typeface="ＭＳ Ｐゴシック" charset="0"/>
        <a:cs typeface="+mn-cs"/>
      </a:defRPr>
    </a:lvl5pPr>
    <a:lvl6pPr marL="2729713" algn="l" defTabSz="10918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75655" algn="l" defTabSz="10918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21598" algn="l" defTabSz="10918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67540" algn="l" defTabSz="109188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kolumn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5324724F-9A15-D09F-AFEE-7BE59716C188}"/>
              </a:ext>
            </a:extLst>
          </p:cNvPr>
          <p:cNvSpPr/>
          <p:nvPr userDrawn="1"/>
        </p:nvSpPr>
        <p:spPr>
          <a:xfrm>
            <a:off x="0" y="6760318"/>
            <a:ext cx="30243463" cy="315691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4788" tIns="77394" rIns="154788" bIns="77394" rtlCol="0" anchor="ctr"/>
          <a:lstStyle/>
          <a:p>
            <a:pPr algn="ctr"/>
            <a:endParaRPr lang="sv-SE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226" y="1064389"/>
            <a:ext cx="28245864" cy="4292040"/>
          </a:xfrm>
          <a:prstGeom prst="rect">
            <a:avLst/>
          </a:prstGeom>
        </p:spPr>
        <p:txBody>
          <a:bodyPr lIns="432000" tIns="86400" rIns="432000" bIns="86400">
            <a:spAutoFit/>
          </a:bodyPr>
          <a:lstStyle>
            <a:lvl1pPr algn="l">
              <a:lnSpc>
                <a:spcPts val="15800"/>
              </a:lnSpc>
              <a:defRPr sz="16000" b="0" i="0" spc="-8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v-SE" dirty="0" err="1"/>
              <a:t>Title</a:t>
            </a:r>
            <a:r>
              <a:rPr lang="sv-SE" dirty="0"/>
              <a:t> </a:t>
            </a:r>
            <a:r>
              <a:rPr lang="en-US" dirty="0"/>
              <a:t>– a long title can </a:t>
            </a:r>
            <a:br>
              <a:rPr lang="en-US" dirty="0"/>
            </a:br>
            <a:r>
              <a:rPr lang="en-US" dirty="0"/>
              <a:t>run over two lines maximum</a:t>
            </a:r>
            <a:endParaRPr lang="sv-SE" dirty="0"/>
          </a:p>
        </p:txBody>
      </p:sp>
      <p:sp>
        <p:nvSpPr>
          <p:cNvPr id="9" name="Platshållare för text 8">
            <a:extLst>
              <a:ext uri="{FF2B5EF4-FFF2-40B4-BE49-F238E27FC236}">
                <a16:creationId xmlns:a16="http://schemas.microsoft.com/office/drawing/2014/main" id="{67FAF472-CEF1-CE67-E373-0A985309F9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147" y="5405737"/>
            <a:ext cx="28245865" cy="1044017"/>
          </a:xfrm>
          <a:prstGeom prst="rect">
            <a:avLst/>
          </a:prstGeom>
        </p:spPr>
        <p:txBody>
          <a:bodyPr wrap="square" lIns="432000" tIns="86400" rIns="432000" bIns="216000">
            <a:spAutoFit/>
          </a:bodyPr>
          <a:lstStyle>
            <a:lvl1pPr marL="0" indent="0">
              <a:spcBef>
                <a:spcPts val="1150"/>
              </a:spcBef>
              <a:buNone/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v-SE" dirty="0" err="1"/>
              <a:t>First</a:t>
            </a:r>
            <a:r>
              <a:rPr lang="sv-SE" dirty="0"/>
              <a:t> </a:t>
            </a:r>
            <a:r>
              <a:rPr lang="sv-SE" dirty="0" err="1"/>
              <a:t>name</a:t>
            </a:r>
            <a:r>
              <a:rPr lang="sv-SE" dirty="0"/>
              <a:t> Last </a:t>
            </a:r>
            <a:r>
              <a:rPr lang="sv-SE" dirty="0" err="1"/>
              <a:t>name</a:t>
            </a:r>
            <a:endParaRPr lang="sv-SE" dirty="0"/>
          </a:p>
        </p:txBody>
      </p:sp>
      <p:sp>
        <p:nvSpPr>
          <p:cNvPr id="11" name="Platshållare för text 10">
            <a:extLst>
              <a:ext uri="{FF2B5EF4-FFF2-40B4-BE49-F238E27FC236}">
                <a16:creationId xmlns:a16="http://schemas.microsoft.com/office/drawing/2014/main" id="{F20E51B6-AF29-1901-883C-2778EE048D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988" y="7581097"/>
            <a:ext cx="13374636" cy="807974"/>
          </a:xfrm>
          <a:prstGeom prst="rect">
            <a:avLst/>
          </a:prstGeom>
        </p:spPr>
        <p:txBody>
          <a:bodyPr lIns="432000" tIns="43200" rIns="432000" bIns="86400">
            <a:spAutoFit/>
          </a:bodyPr>
          <a:lstStyle>
            <a:lvl1pPr marL="0" indent="0">
              <a:buNone/>
              <a:defRPr sz="4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v-SE" dirty="0" err="1"/>
              <a:t>Conclusions</a:t>
            </a:r>
            <a:endParaRPr lang="sv-SE" dirty="0"/>
          </a:p>
        </p:txBody>
      </p:sp>
      <p:sp>
        <p:nvSpPr>
          <p:cNvPr id="13" name="Platshållare för innehåll 12">
            <a:extLst>
              <a:ext uri="{FF2B5EF4-FFF2-40B4-BE49-F238E27FC236}">
                <a16:creationId xmlns:a16="http://schemas.microsoft.com/office/drawing/2014/main" id="{82EEB097-C715-FA95-795F-15D45B6FE5F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393962" y="15340272"/>
            <a:ext cx="12862800" cy="48201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400">
                <a:latin typeface="+mn-lt"/>
              </a:defRPr>
            </a:lvl2pPr>
            <a:lvl3pPr>
              <a:defRPr sz="4400">
                <a:latin typeface="+mn-lt"/>
              </a:defRPr>
            </a:lvl3pPr>
            <a:lvl4pPr>
              <a:defRPr sz="4400">
                <a:latin typeface="+mn-lt"/>
              </a:defRPr>
            </a:lvl4pPr>
            <a:lvl5pPr>
              <a:defRPr sz="4400">
                <a:latin typeface="+mn-lt"/>
              </a:defRPr>
            </a:lvl5pPr>
          </a:lstStyle>
          <a:p>
            <a:pPr lvl="0"/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endParaRPr lang="sv-SE" dirty="0"/>
          </a:p>
        </p:txBody>
      </p:sp>
      <p:sp>
        <p:nvSpPr>
          <p:cNvPr id="28" name="Platshållare för text 15">
            <a:extLst>
              <a:ext uri="{FF2B5EF4-FFF2-40B4-BE49-F238E27FC236}">
                <a16:creationId xmlns:a16="http://schemas.microsoft.com/office/drawing/2014/main" id="{0360C54B-ED9D-75DD-7D45-FD40AEDBF7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9910" y="20395045"/>
            <a:ext cx="13367725" cy="734027"/>
          </a:xfrm>
          <a:prstGeom prst="rect">
            <a:avLst/>
          </a:prstGeom>
        </p:spPr>
        <p:txBody>
          <a:bodyPr lIns="432000" tIns="86400" rIns="432000" bIns="216000"/>
          <a:lstStyle>
            <a:lvl1pPr marL="0" indent="0">
              <a:spcBef>
                <a:spcPts val="17"/>
              </a:spcBef>
              <a:buNone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Use charts to illustrate results</a:t>
            </a:r>
            <a:endParaRPr lang="sv-SE" dirty="0"/>
          </a:p>
        </p:txBody>
      </p:sp>
      <p:sp>
        <p:nvSpPr>
          <p:cNvPr id="25" name="Platshållare för text 10">
            <a:extLst>
              <a:ext uri="{FF2B5EF4-FFF2-40B4-BE49-F238E27FC236}">
                <a16:creationId xmlns:a16="http://schemas.microsoft.com/office/drawing/2014/main" id="{DE1DF668-E0A4-3DEE-DCD1-DEE255FC85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4084" y="23493960"/>
            <a:ext cx="13374633" cy="807974"/>
          </a:xfrm>
          <a:prstGeom prst="rect">
            <a:avLst/>
          </a:prstGeom>
        </p:spPr>
        <p:txBody>
          <a:bodyPr lIns="432000" tIns="43200" rIns="432000" bIns="86400">
            <a:spAutoFit/>
          </a:bodyPr>
          <a:lstStyle>
            <a:lvl1pPr marL="0" indent="0">
              <a:buNone/>
              <a:defRPr sz="4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v-SE" dirty="0" err="1"/>
              <a:t>Introduction</a:t>
            </a:r>
            <a:endParaRPr lang="sv-SE" dirty="0"/>
          </a:p>
        </p:txBody>
      </p:sp>
      <p:sp>
        <p:nvSpPr>
          <p:cNvPr id="29" name="Platshållare för innehåll 12">
            <a:extLst>
              <a:ext uri="{FF2B5EF4-FFF2-40B4-BE49-F238E27FC236}">
                <a16:creationId xmlns:a16="http://schemas.microsoft.com/office/drawing/2014/main" id="{C3294EE6-28A3-197C-AA0B-A00FCA2DF1F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6140565" y="7581096"/>
            <a:ext cx="12861526" cy="80725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400">
                <a:latin typeface="+mn-lt"/>
              </a:defRPr>
            </a:lvl2pPr>
            <a:lvl3pPr>
              <a:defRPr sz="4400">
                <a:latin typeface="+mn-lt"/>
              </a:defRPr>
            </a:lvl3pPr>
            <a:lvl4pPr>
              <a:defRPr sz="4400">
                <a:latin typeface="+mn-lt"/>
              </a:defRPr>
            </a:lvl4pPr>
            <a:lvl5pPr>
              <a:defRPr sz="4400">
                <a:latin typeface="+mn-lt"/>
              </a:defRPr>
            </a:lvl5pPr>
          </a:lstStyle>
          <a:p>
            <a:pPr lvl="0"/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endParaRPr lang="sv-SE" dirty="0"/>
          </a:p>
        </p:txBody>
      </p:sp>
      <p:sp>
        <p:nvSpPr>
          <p:cNvPr id="16" name="Platshållare för text 15">
            <a:extLst>
              <a:ext uri="{FF2B5EF4-FFF2-40B4-BE49-F238E27FC236}">
                <a16:creationId xmlns:a16="http://schemas.microsoft.com/office/drawing/2014/main" id="{1122D003-88F9-4218-C235-A8B37C14DF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797712" y="15796848"/>
            <a:ext cx="12861523" cy="734027"/>
          </a:xfrm>
          <a:prstGeom prst="rect">
            <a:avLst/>
          </a:prstGeom>
        </p:spPr>
        <p:txBody>
          <a:bodyPr lIns="432000" tIns="86400" rIns="432000" bIns="216000"/>
          <a:lstStyle>
            <a:lvl1pPr marL="0" indent="0">
              <a:spcBef>
                <a:spcPts val="17"/>
              </a:spcBef>
              <a:buNone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Please provide image byline if using images</a:t>
            </a:r>
            <a:endParaRPr lang="sv-SE" dirty="0"/>
          </a:p>
        </p:txBody>
      </p:sp>
      <p:sp>
        <p:nvSpPr>
          <p:cNvPr id="27" name="Platshållare för innehåll 12">
            <a:extLst>
              <a:ext uri="{FF2B5EF4-FFF2-40B4-BE49-F238E27FC236}">
                <a16:creationId xmlns:a16="http://schemas.microsoft.com/office/drawing/2014/main" id="{0B0AB83E-C861-3A0D-4EAB-EBC333A5A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16140562" y="17786117"/>
            <a:ext cx="12861526" cy="46805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6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106">
                <a:latin typeface="+mn-lt"/>
              </a:defRPr>
            </a:lvl2pPr>
            <a:lvl3pPr>
              <a:defRPr sz="3106">
                <a:latin typeface="+mn-lt"/>
              </a:defRPr>
            </a:lvl3pPr>
            <a:lvl4pPr>
              <a:defRPr sz="3106">
                <a:latin typeface="+mn-lt"/>
              </a:defRPr>
            </a:lvl4pPr>
            <a:lvl5pPr>
              <a:defRPr sz="3106">
                <a:latin typeface="+mn-lt"/>
              </a:defRPr>
            </a:lvl5pPr>
          </a:lstStyle>
          <a:p>
            <a:pPr lvl="0"/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endParaRPr lang="sv-SE" dirty="0"/>
          </a:p>
        </p:txBody>
      </p:sp>
      <p:sp>
        <p:nvSpPr>
          <p:cNvPr id="30" name="Platshållare för text 10">
            <a:extLst>
              <a:ext uri="{FF2B5EF4-FFF2-40B4-BE49-F238E27FC236}">
                <a16:creationId xmlns:a16="http://schemas.microsoft.com/office/drawing/2014/main" id="{67891F42-54E0-7D96-9191-6BEA1E2DDB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974949" y="23464463"/>
            <a:ext cx="13027138" cy="807974"/>
          </a:xfrm>
          <a:prstGeom prst="rect">
            <a:avLst/>
          </a:prstGeom>
        </p:spPr>
        <p:txBody>
          <a:bodyPr lIns="432000" tIns="43200" rIns="432000" bIns="86400">
            <a:spAutoFit/>
          </a:bodyPr>
          <a:lstStyle>
            <a:lvl1pPr marL="0" indent="0">
              <a:buNone/>
              <a:defRPr sz="4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23" name="Platshållare för text 22">
            <a:extLst>
              <a:ext uri="{FF2B5EF4-FFF2-40B4-BE49-F238E27FC236}">
                <a16:creationId xmlns:a16="http://schemas.microsoft.com/office/drawing/2014/main" id="{69FC28EB-3BD1-1212-BE1A-DCADB394F4C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0241" y="39386420"/>
            <a:ext cx="6408712" cy="2526568"/>
          </a:xfrm>
          <a:prstGeom prst="rect">
            <a:avLst/>
          </a:prstGeom>
        </p:spPr>
        <p:txBody>
          <a:bodyPr lIns="432000" tIns="86400" rIns="432000" bIns="216000"/>
          <a:lstStyle>
            <a:lvl1pPr marL="0" indent="0">
              <a:lnSpc>
                <a:spcPts val="2400"/>
              </a:lnSpc>
              <a:spcBef>
                <a:spcPts val="200"/>
              </a:spcBef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2947221" rtl="0" eaLnBrk="1" fontAlgn="base" latinLnBrk="0" hangingPunct="1">
              <a:lnSpc>
                <a:spcPts val="24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sv-SE" sz="2400" dirty="0">
                <a:latin typeface="+mn-lt"/>
              </a:rPr>
              <a:t>Karolinska Institutet</a:t>
            </a:r>
            <a:br>
              <a:rPr lang="sv-SE" sz="2400" dirty="0">
                <a:latin typeface="+mn-lt"/>
              </a:rPr>
            </a:br>
            <a:r>
              <a:rPr lang="sv-SE" dirty="0" err="1"/>
              <a:t>First</a:t>
            </a:r>
            <a:r>
              <a:rPr lang="sv-SE" dirty="0"/>
              <a:t> </a:t>
            </a:r>
            <a:r>
              <a:rPr lang="sv-SE" dirty="0" err="1"/>
              <a:t>name</a:t>
            </a:r>
            <a:r>
              <a:rPr lang="sv-SE" dirty="0"/>
              <a:t> Last </a:t>
            </a:r>
            <a:r>
              <a:rPr lang="sv-SE" dirty="0" err="1"/>
              <a:t>name</a:t>
            </a:r>
            <a:br>
              <a:rPr lang="sv-SE" dirty="0"/>
            </a:br>
            <a:r>
              <a:rPr lang="sv-SE" dirty="0" err="1"/>
              <a:t>Title</a:t>
            </a:r>
            <a:r>
              <a:rPr lang="sv-SE" dirty="0"/>
              <a:t> / </a:t>
            </a:r>
            <a:r>
              <a:rPr lang="sv-SE" dirty="0" err="1"/>
              <a:t>Department</a:t>
            </a:r>
            <a:br>
              <a:rPr lang="sv-SE" dirty="0"/>
            </a:br>
            <a:r>
              <a:rPr lang="sv-SE" dirty="0" err="1"/>
              <a:t>Visiting</a:t>
            </a:r>
            <a:r>
              <a:rPr lang="sv-SE" dirty="0"/>
              <a:t> </a:t>
            </a:r>
            <a:r>
              <a:rPr lang="sv-SE" dirty="0" err="1"/>
              <a:t>address</a:t>
            </a:r>
            <a:r>
              <a:rPr lang="sv-SE" dirty="0"/>
              <a:t> / Postal </a:t>
            </a:r>
            <a:r>
              <a:rPr lang="sv-SE" dirty="0" err="1"/>
              <a:t>address</a:t>
            </a:r>
            <a:br>
              <a:rPr lang="sv-SE" dirty="0"/>
            </a:br>
            <a:r>
              <a:rPr lang="sv-SE" dirty="0"/>
              <a:t>E-mail: name.name@ki.se</a:t>
            </a:r>
            <a:br>
              <a:rPr lang="sv-SE" dirty="0"/>
            </a:br>
            <a:r>
              <a:rPr lang="sv-SE" dirty="0" err="1"/>
              <a:t>Phone</a:t>
            </a:r>
            <a:r>
              <a:rPr lang="sv-SE" dirty="0"/>
              <a:t>: 08-524 800 00, Fax: 08-000 000 00 </a:t>
            </a:r>
            <a:br>
              <a:rPr lang="sv-SE" dirty="0"/>
            </a:br>
            <a:r>
              <a:rPr lang="sv-SE" dirty="0"/>
              <a:t>Web: ki.se</a:t>
            </a:r>
          </a:p>
          <a:p>
            <a:pPr marL="0" marR="0" lvl="0" indent="0" algn="l" defTabSz="2947221" rtl="0" eaLnBrk="1" fontAlgn="base" latinLnBrk="0" hangingPunct="1">
              <a:lnSpc>
                <a:spcPts val="24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sv-SE" dirty="0"/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4740CE51-F61C-6032-DF72-86BE4DE14D1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48923" y="39424519"/>
            <a:ext cx="6408712" cy="25265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400"/>
              </a:lnSpc>
              <a:spcBef>
                <a:spcPts val="200"/>
              </a:spcBef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v-SE" dirty="0"/>
              <a:t>Karolinska University Hospital</a:t>
            </a:r>
            <a:br>
              <a:rPr lang="sv-SE" dirty="0"/>
            </a:br>
            <a:r>
              <a:rPr lang="sv-SE" dirty="0" err="1"/>
              <a:t>First</a:t>
            </a:r>
            <a:r>
              <a:rPr lang="sv-SE" dirty="0"/>
              <a:t> </a:t>
            </a:r>
            <a:r>
              <a:rPr lang="sv-SE" dirty="0" err="1"/>
              <a:t>name</a:t>
            </a:r>
            <a:r>
              <a:rPr lang="sv-SE" dirty="0"/>
              <a:t> Last </a:t>
            </a:r>
            <a:r>
              <a:rPr lang="sv-SE" dirty="0" err="1"/>
              <a:t>name</a:t>
            </a:r>
            <a:br>
              <a:rPr lang="sv-SE" dirty="0"/>
            </a:br>
            <a:r>
              <a:rPr lang="sv-SE" dirty="0" err="1"/>
              <a:t>Title</a:t>
            </a:r>
            <a:r>
              <a:rPr lang="sv-SE" dirty="0"/>
              <a:t> / </a:t>
            </a:r>
            <a:r>
              <a:rPr lang="sv-SE" dirty="0" err="1"/>
              <a:t>Department</a:t>
            </a:r>
            <a:br>
              <a:rPr lang="sv-SE" dirty="0"/>
            </a:br>
            <a:r>
              <a:rPr lang="sv-SE" dirty="0" err="1"/>
              <a:t>Visiting</a:t>
            </a:r>
            <a:r>
              <a:rPr lang="sv-SE" dirty="0"/>
              <a:t> </a:t>
            </a:r>
            <a:r>
              <a:rPr lang="sv-SE" dirty="0" err="1"/>
              <a:t>address</a:t>
            </a:r>
            <a:r>
              <a:rPr lang="sv-SE" dirty="0"/>
              <a:t> / Postal </a:t>
            </a:r>
            <a:r>
              <a:rPr lang="sv-SE" dirty="0" err="1"/>
              <a:t>address</a:t>
            </a:r>
            <a:br>
              <a:rPr lang="sv-SE" dirty="0"/>
            </a:br>
            <a:r>
              <a:rPr lang="sv-SE" dirty="0"/>
              <a:t>E-mail: name.name@ki.se</a:t>
            </a:r>
            <a:br>
              <a:rPr lang="sv-SE" dirty="0"/>
            </a:br>
            <a:r>
              <a:rPr lang="sv-SE" dirty="0" err="1"/>
              <a:t>Phone</a:t>
            </a:r>
            <a:r>
              <a:rPr lang="sv-SE" dirty="0"/>
              <a:t>: 08-524 800 00, Fax: 08-000 000 00 </a:t>
            </a:r>
            <a:br>
              <a:rPr lang="sv-SE" dirty="0"/>
            </a:br>
            <a:r>
              <a:rPr lang="sv-SE" dirty="0"/>
              <a:t>Web: karolinska.se</a:t>
            </a:r>
          </a:p>
        </p:txBody>
      </p:sp>
    </p:spTree>
    <p:extLst>
      <p:ext uri="{BB962C8B-B14F-4D97-AF65-F5344CB8AC3E}">
        <p14:creationId xmlns:p14="http://schemas.microsoft.com/office/powerpoint/2010/main" val="33154632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52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2">
            <a:extLst>
              <a:ext uri="{FF2B5EF4-FFF2-40B4-BE49-F238E27FC236}">
                <a16:creationId xmlns:a16="http://schemas.microsoft.com/office/drawing/2014/main" id="{DA6AC7EF-0BF3-7776-8E8B-6D7545B89E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8700" y="39459833"/>
            <a:ext cx="12847983" cy="224498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2947221" rtl="0" eaLnBrk="1" fontAlgn="base" hangingPunct="1">
        <a:spcBef>
          <a:spcPct val="0"/>
        </a:spcBef>
        <a:spcAft>
          <a:spcPct val="0"/>
        </a:spcAft>
        <a:defRPr sz="11647">
          <a:solidFill>
            <a:srgbClr val="FFFFFF"/>
          </a:solidFill>
          <a:latin typeface="+mj-lt"/>
          <a:ea typeface="ＭＳ Ｐゴシック" charset="0"/>
          <a:cs typeface="ＭＳ Ｐゴシック" charset="0"/>
        </a:defRPr>
      </a:lvl1pPr>
      <a:lvl2pPr algn="ctr" defTabSz="2947221" rtl="0" eaLnBrk="1" fontAlgn="base" hangingPunct="1">
        <a:spcBef>
          <a:spcPct val="0"/>
        </a:spcBef>
        <a:spcAft>
          <a:spcPct val="0"/>
        </a:spcAft>
        <a:defRPr sz="11647">
          <a:solidFill>
            <a:srgbClr val="FFFFFF"/>
          </a:solidFill>
          <a:latin typeface="Century Gothic" pitchFamily="34" charset="0"/>
          <a:ea typeface="ＭＳ Ｐゴシック" charset="0"/>
          <a:cs typeface="ＭＳ Ｐゴシック" charset="0"/>
        </a:defRPr>
      </a:lvl2pPr>
      <a:lvl3pPr algn="ctr" defTabSz="2947221" rtl="0" eaLnBrk="1" fontAlgn="base" hangingPunct="1">
        <a:spcBef>
          <a:spcPct val="0"/>
        </a:spcBef>
        <a:spcAft>
          <a:spcPct val="0"/>
        </a:spcAft>
        <a:defRPr sz="11647">
          <a:solidFill>
            <a:srgbClr val="FFFFFF"/>
          </a:solidFill>
          <a:latin typeface="Century Gothic" pitchFamily="34" charset="0"/>
          <a:ea typeface="ＭＳ Ｐゴシック" charset="0"/>
          <a:cs typeface="ＭＳ Ｐゴシック" charset="0"/>
        </a:defRPr>
      </a:lvl3pPr>
      <a:lvl4pPr algn="ctr" defTabSz="2947221" rtl="0" eaLnBrk="1" fontAlgn="base" hangingPunct="1">
        <a:spcBef>
          <a:spcPct val="0"/>
        </a:spcBef>
        <a:spcAft>
          <a:spcPct val="0"/>
        </a:spcAft>
        <a:defRPr sz="11647">
          <a:solidFill>
            <a:srgbClr val="FFFFFF"/>
          </a:solidFill>
          <a:latin typeface="Century Gothic" pitchFamily="34" charset="0"/>
          <a:ea typeface="ＭＳ Ｐゴシック" charset="0"/>
          <a:cs typeface="ＭＳ Ｐゴシック" charset="0"/>
        </a:defRPr>
      </a:lvl4pPr>
      <a:lvl5pPr algn="ctr" defTabSz="2947221" rtl="0" eaLnBrk="1" fontAlgn="base" hangingPunct="1">
        <a:spcBef>
          <a:spcPct val="0"/>
        </a:spcBef>
        <a:spcAft>
          <a:spcPct val="0"/>
        </a:spcAft>
        <a:defRPr sz="11647">
          <a:solidFill>
            <a:srgbClr val="FFFFFF"/>
          </a:solidFill>
          <a:latin typeface="Century Gothic" pitchFamily="34" charset="0"/>
          <a:ea typeface="ＭＳ Ｐゴシック" charset="0"/>
          <a:cs typeface="ＭＳ Ｐゴシック" charset="0"/>
        </a:defRPr>
      </a:lvl5pPr>
      <a:lvl6pPr marL="385381" algn="ctr" defTabSz="2947896" rtl="0" eaLnBrk="1" fontAlgn="base" hangingPunct="1">
        <a:spcBef>
          <a:spcPct val="0"/>
        </a:spcBef>
        <a:spcAft>
          <a:spcPct val="0"/>
        </a:spcAft>
        <a:defRPr sz="11647">
          <a:solidFill>
            <a:srgbClr val="FFFFFF"/>
          </a:solidFill>
          <a:latin typeface="Century Gothic" pitchFamily="34" charset="0"/>
        </a:defRPr>
      </a:lvl6pPr>
      <a:lvl7pPr marL="770762" algn="ctr" defTabSz="2947896" rtl="0" eaLnBrk="1" fontAlgn="base" hangingPunct="1">
        <a:spcBef>
          <a:spcPct val="0"/>
        </a:spcBef>
        <a:spcAft>
          <a:spcPct val="0"/>
        </a:spcAft>
        <a:defRPr sz="11647">
          <a:solidFill>
            <a:srgbClr val="FFFFFF"/>
          </a:solidFill>
          <a:latin typeface="Century Gothic" pitchFamily="34" charset="0"/>
        </a:defRPr>
      </a:lvl7pPr>
      <a:lvl8pPr marL="1156143" algn="ctr" defTabSz="2947896" rtl="0" eaLnBrk="1" fontAlgn="base" hangingPunct="1">
        <a:spcBef>
          <a:spcPct val="0"/>
        </a:spcBef>
        <a:spcAft>
          <a:spcPct val="0"/>
        </a:spcAft>
        <a:defRPr sz="11647">
          <a:solidFill>
            <a:srgbClr val="FFFFFF"/>
          </a:solidFill>
          <a:latin typeface="Century Gothic" pitchFamily="34" charset="0"/>
        </a:defRPr>
      </a:lvl8pPr>
      <a:lvl9pPr marL="1541523" algn="ctr" defTabSz="2947896" rtl="0" eaLnBrk="1" fontAlgn="base" hangingPunct="1">
        <a:spcBef>
          <a:spcPct val="0"/>
        </a:spcBef>
        <a:spcAft>
          <a:spcPct val="0"/>
        </a:spcAft>
        <a:defRPr sz="11647">
          <a:solidFill>
            <a:srgbClr val="FFFFFF"/>
          </a:solidFill>
          <a:latin typeface="Century Gothic" pitchFamily="34" charset="0"/>
        </a:defRPr>
      </a:lvl9pPr>
    </p:titleStyle>
    <p:bodyStyle>
      <a:lvl1pPr marL="1104928" indent="-1104928" algn="l" defTabSz="2947221" rtl="0" eaLnBrk="1" fontAlgn="base" hangingPunct="1">
        <a:spcBef>
          <a:spcPct val="20000"/>
        </a:spcBef>
        <a:spcAft>
          <a:spcPct val="0"/>
        </a:spcAft>
        <a:buChar char="•"/>
        <a:defRPr sz="4518" b="0" i="0">
          <a:solidFill>
            <a:schemeClr val="tx1"/>
          </a:solidFill>
          <a:latin typeface="Arial" panose="020B0604020202020204" pitchFamily="34" charset="0"/>
          <a:ea typeface="ＭＳ Ｐゴシック" charset="0"/>
          <a:cs typeface="ＭＳ Ｐゴシック" charset="0"/>
        </a:defRPr>
      </a:lvl1pPr>
      <a:lvl2pPr marL="2394757" indent="-920026" algn="l" defTabSz="2947221" rtl="0" eaLnBrk="1" fontAlgn="base" hangingPunct="1">
        <a:spcBef>
          <a:spcPct val="20000"/>
        </a:spcBef>
        <a:spcAft>
          <a:spcPct val="0"/>
        </a:spcAft>
        <a:buChar char="–"/>
        <a:defRPr sz="3177">
          <a:solidFill>
            <a:schemeClr val="tx1"/>
          </a:solidFill>
          <a:latin typeface="Arial" charset="0"/>
          <a:ea typeface="ＭＳ Ｐゴシック" charset="0"/>
        </a:defRPr>
      </a:lvl2pPr>
      <a:lvl3pPr marL="3678984" indent="-731763" algn="l" defTabSz="2947221" rtl="0" eaLnBrk="1" fontAlgn="base" hangingPunct="1">
        <a:spcBef>
          <a:spcPct val="20000"/>
        </a:spcBef>
        <a:spcAft>
          <a:spcPct val="0"/>
        </a:spcAft>
        <a:buChar char="•"/>
        <a:defRPr sz="2259" i="1">
          <a:solidFill>
            <a:schemeClr val="tx1"/>
          </a:solidFill>
          <a:latin typeface="Arial" charset="0"/>
          <a:ea typeface="ＭＳ Ｐゴシック" charset="0"/>
        </a:defRPr>
      </a:lvl3pPr>
      <a:lvl4pPr marL="5159317" indent="-741848" algn="l" defTabSz="2947221" rtl="0" eaLnBrk="1" fontAlgn="base" hangingPunct="1">
        <a:spcBef>
          <a:spcPct val="20000"/>
        </a:spcBef>
        <a:spcAft>
          <a:spcPct val="0"/>
        </a:spcAft>
        <a:buChar char="–"/>
        <a:defRPr sz="6494">
          <a:solidFill>
            <a:schemeClr val="tx1"/>
          </a:solidFill>
          <a:latin typeface="Arial" charset="0"/>
          <a:ea typeface="ＭＳ Ｐゴシック" charset="0"/>
        </a:defRPr>
      </a:lvl4pPr>
      <a:lvl5pPr marL="6627325" indent="-735124" algn="l" defTabSz="2947221" rtl="0" eaLnBrk="1" fontAlgn="base" hangingPunct="1">
        <a:spcBef>
          <a:spcPct val="20000"/>
        </a:spcBef>
        <a:spcAft>
          <a:spcPct val="0"/>
        </a:spcAft>
        <a:buChar char="»"/>
        <a:defRPr sz="6494">
          <a:solidFill>
            <a:schemeClr val="tx1"/>
          </a:solidFill>
          <a:latin typeface="Arial" charset="0"/>
          <a:ea typeface="ＭＳ Ｐゴシック" charset="0"/>
        </a:defRPr>
      </a:lvl5pPr>
      <a:lvl6pPr marL="7013129" indent="-735971" algn="l" defTabSz="2947896" rtl="0" eaLnBrk="1" fontAlgn="base" hangingPunct="1">
        <a:spcBef>
          <a:spcPct val="20000"/>
        </a:spcBef>
        <a:spcAft>
          <a:spcPct val="0"/>
        </a:spcAft>
        <a:buChar char="»"/>
        <a:defRPr sz="6494">
          <a:solidFill>
            <a:schemeClr val="tx1"/>
          </a:solidFill>
          <a:latin typeface="Arial" charset="0"/>
        </a:defRPr>
      </a:lvl6pPr>
      <a:lvl7pPr marL="7398510" indent="-735971" algn="l" defTabSz="2947896" rtl="0" eaLnBrk="1" fontAlgn="base" hangingPunct="1">
        <a:spcBef>
          <a:spcPct val="20000"/>
        </a:spcBef>
        <a:spcAft>
          <a:spcPct val="0"/>
        </a:spcAft>
        <a:buChar char="»"/>
        <a:defRPr sz="6494">
          <a:solidFill>
            <a:schemeClr val="tx1"/>
          </a:solidFill>
          <a:latin typeface="Arial" charset="0"/>
        </a:defRPr>
      </a:lvl7pPr>
      <a:lvl8pPr marL="7783890" indent="-735971" algn="l" defTabSz="2947896" rtl="0" eaLnBrk="1" fontAlgn="base" hangingPunct="1">
        <a:spcBef>
          <a:spcPct val="20000"/>
        </a:spcBef>
        <a:spcAft>
          <a:spcPct val="0"/>
        </a:spcAft>
        <a:buChar char="»"/>
        <a:defRPr sz="6494">
          <a:solidFill>
            <a:schemeClr val="tx1"/>
          </a:solidFill>
          <a:latin typeface="Arial" charset="0"/>
        </a:defRPr>
      </a:lvl8pPr>
      <a:lvl9pPr marL="8169271" indent="-735971" algn="l" defTabSz="2947896" rtl="0" eaLnBrk="1" fontAlgn="base" hangingPunct="1">
        <a:spcBef>
          <a:spcPct val="20000"/>
        </a:spcBef>
        <a:spcAft>
          <a:spcPct val="0"/>
        </a:spcAft>
        <a:buChar char="»"/>
        <a:defRPr sz="6494">
          <a:solidFill>
            <a:schemeClr val="tx1"/>
          </a:solidFill>
          <a:latin typeface="Arial" charset="0"/>
        </a:defRPr>
      </a:lvl9pPr>
    </p:bodyStyle>
    <p:otherStyle>
      <a:defPPr>
        <a:defRPr lang="sv-SE"/>
      </a:defPPr>
      <a:lvl1pPr marL="0" algn="l" defTabSz="770762" rtl="0" eaLnBrk="1" latinLnBrk="0" hangingPunct="1">
        <a:defRPr sz="1482" kern="1200">
          <a:solidFill>
            <a:schemeClr val="tx1"/>
          </a:solidFill>
          <a:latin typeface="+mn-lt"/>
          <a:ea typeface="+mn-ea"/>
          <a:cs typeface="+mn-cs"/>
        </a:defRPr>
      </a:lvl1pPr>
      <a:lvl2pPr marL="385381" algn="l" defTabSz="770762" rtl="0" eaLnBrk="1" latinLnBrk="0" hangingPunct="1">
        <a:defRPr sz="1482" kern="1200">
          <a:solidFill>
            <a:schemeClr val="tx1"/>
          </a:solidFill>
          <a:latin typeface="+mn-lt"/>
          <a:ea typeface="+mn-ea"/>
          <a:cs typeface="+mn-cs"/>
        </a:defRPr>
      </a:lvl2pPr>
      <a:lvl3pPr marL="770762" algn="l" defTabSz="770762" rtl="0" eaLnBrk="1" latinLnBrk="0" hangingPunct="1">
        <a:defRPr sz="1482" kern="1200">
          <a:solidFill>
            <a:schemeClr val="tx1"/>
          </a:solidFill>
          <a:latin typeface="+mn-lt"/>
          <a:ea typeface="+mn-ea"/>
          <a:cs typeface="+mn-cs"/>
        </a:defRPr>
      </a:lvl3pPr>
      <a:lvl4pPr marL="1156143" algn="l" defTabSz="770762" rtl="0" eaLnBrk="1" latinLnBrk="0" hangingPunct="1">
        <a:defRPr sz="1482" kern="1200">
          <a:solidFill>
            <a:schemeClr val="tx1"/>
          </a:solidFill>
          <a:latin typeface="+mn-lt"/>
          <a:ea typeface="+mn-ea"/>
          <a:cs typeface="+mn-cs"/>
        </a:defRPr>
      </a:lvl4pPr>
      <a:lvl5pPr marL="1541523" algn="l" defTabSz="770762" rtl="0" eaLnBrk="1" latinLnBrk="0" hangingPunct="1">
        <a:defRPr sz="1482" kern="1200">
          <a:solidFill>
            <a:schemeClr val="tx1"/>
          </a:solidFill>
          <a:latin typeface="+mn-lt"/>
          <a:ea typeface="+mn-ea"/>
          <a:cs typeface="+mn-cs"/>
        </a:defRPr>
      </a:lvl5pPr>
      <a:lvl6pPr marL="1926904" algn="l" defTabSz="770762" rtl="0" eaLnBrk="1" latinLnBrk="0" hangingPunct="1">
        <a:defRPr sz="1482" kern="1200">
          <a:solidFill>
            <a:schemeClr val="tx1"/>
          </a:solidFill>
          <a:latin typeface="+mn-lt"/>
          <a:ea typeface="+mn-ea"/>
          <a:cs typeface="+mn-cs"/>
        </a:defRPr>
      </a:lvl6pPr>
      <a:lvl7pPr marL="2312285" algn="l" defTabSz="770762" rtl="0" eaLnBrk="1" latinLnBrk="0" hangingPunct="1">
        <a:defRPr sz="1482" kern="1200">
          <a:solidFill>
            <a:schemeClr val="tx1"/>
          </a:solidFill>
          <a:latin typeface="+mn-lt"/>
          <a:ea typeface="+mn-ea"/>
          <a:cs typeface="+mn-cs"/>
        </a:defRPr>
      </a:lvl7pPr>
      <a:lvl8pPr marL="2697666" algn="l" defTabSz="770762" rtl="0" eaLnBrk="1" latinLnBrk="0" hangingPunct="1">
        <a:defRPr sz="1482" kern="1200">
          <a:solidFill>
            <a:schemeClr val="tx1"/>
          </a:solidFill>
          <a:latin typeface="+mn-lt"/>
          <a:ea typeface="+mn-ea"/>
          <a:cs typeface="+mn-cs"/>
        </a:defRPr>
      </a:lvl8pPr>
      <a:lvl9pPr marL="3083046" algn="l" defTabSz="770762" rtl="0" eaLnBrk="1" latinLnBrk="0" hangingPunct="1">
        <a:defRPr sz="148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494" userDrawn="1">
          <p15:clr>
            <a:srgbClr val="F26B43"/>
          </p15:clr>
        </p15:guide>
        <p15:guide id="2" pos="952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ktangel 4">
            <a:extLst>
              <a:ext uri="{FF2B5EF4-FFF2-40B4-BE49-F238E27FC236}">
                <a16:creationId xmlns:a16="http://schemas.microsoft.com/office/drawing/2014/main" id="{03DEA54D-0D29-60CA-495B-BABAA0C2428A}"/>
              </a:ext>
            </a:extLst>
          </p:cNvPr>
          <p:cNvSpPr/>
          <p:nvPr/>
        </p:nvSpPr>
        <p:spPr>
          <a:xfrm>
            <a:off x="16398890" y="32743106"/>
            <a:ext cx="12863522" cy="447061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23E75C4-A252-0462-B7CD-923E2653B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226" y="1064389"/>
            <a:ext cx="19441442" cy="4226879"/>
          </a:xfrm>
        </p:spPr>
        <p:txBody>
          <a:bodyPr/>
          <a:lstStyle/>
          <a:p>
            <a:r>
              <a:rPr lang="en-GB" sz="14000" dirty="0"/>
              <a:t>Rationale and design of</a:t>
            </a:r>
            <a:br>
              <a:rPr lang="en-GB" sz="14000" dirty="0"/>
            </a:br>
            <a:r>
              <a:rPr lang="en-GB" b="1" dirty="0">
                <a:latin typeface="Quicksand" pitchFamily="2" charset="77"/>
              </a:rPr>
              <a:t>ADVANCE TRAUMA</a:t>
            </a:r>
            <a:endParaRPr lang="sv-SE" sz="10000" b="1" dirty="0">
              <a:latin typeface="Quicksand" pitchFamily="2" charset="77"/>
            </a:endParaRP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6899D723-8592-9C11-3AA0-478DC9D74A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6226" y="5148711"/>
            <a:ext cx="28245865" cy="1474904"/>
          </a:xfrm>
        </p:spPr>
        <p:txBody>
          <a:bodyPr/>
          <a:lstStyle/>
          <a:p>
            <a:r>
              <a:rPr lang="en-GB" sz="3800" dirty="0"/>
              <a:t>Gerdin Wärnberg M, Ranjan S, </a:t>
            </a:r>
            <a:r>
              <a:rPr lang="en-GB" sz="3800" dirty="0" err="1"/>
              <a:t>Fälth</a:t>
            </a:r>
            <a:r>
              <a:rPr lang="en-GB" sz="3800" dirty="0"/>
              <a:t> S, Kharat P, Bassi A, Basak D, Berg J, Chatterjee S, </a:t>
            </a:r>
            <a:r>
              <a:rPr lang="en-GB" sz="3800" dirty="0" err="1"/>
              <a:t>Felländer</a:t>
            </a:r>
            <a:r>
              <a:rPr lang="en-GB" sz="3800" dirty="0"/>
              <a:t>-Tsai L, Hemming K, Jha V, Kasza J, </a:t>
            </a:r>
            <a:r>
              <a:rPr lang="en-GB" sz="3800" dirty="0" err="1"/>
              <a:t>Khajanchi</a:t>
            </a:r>
            <a:r>
              <a:rPr lang="en-GB" sz="3800" dirty="0"/>
              <a:t> M, Martin J, Mishra A, Olofsson A, Roy N, Singh R, Soni KD.</a:t>
            </a:r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D028B5F8-BA0C-A867-E448-0D929B4808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74687" y="27255167"/>
            <a:ext cx="13374633" cy="10558336"/>
          </a:xfrm>
        </p:spPr>
        <p:txBody>
          <a:bodyPr/>
          <a:lstStyle/>
          <a:p>
            <a:r>
              <a:rPr lang="sv-SE" b="1" dirty="0" err="1"/>
              <a:t>Rationale</a:t>
            </a:r>
            <a:endParaRPr lang="sv-SE" b="1" dirty="0"/>
          </a:p>
          <a:p>
            <a:r>
              <a:rPr lang="en-US" spc="-20" dirty="0"/>
              <a:t>ATLS</a:t>
            </a:r>
            <a:r>
              <a:rPr lang="en-GB" baseline="30000" dirty="0"/>
              <a:t>®</a:t>
            </a:r>
            <a:r>
              <a:rPr lang="en-US" spc="-20" dirty="0"/>
              <a:t> is the most widely adopted trauma life support training worldwide, but there is no high-quality evidence that it improves patient outcomes.</a:t>
            </a:r>
          </a:p>
          <a:p>
            <a:endParaRPr lang="sv-SE" dirty="0"/>
          </a:p>
          <a:p>
            <a:r>
              <a:rPr lang="sv-SE" b="1" dirty="0" err="1"/>
              <a:t>Aim</a:t>
            </a:r>
            <a:endParaRPr lang="sv-SE" b="1" dirty="0"/>
          </a:p>
          <a:p>
            <a:r>
              <a:rPr lang="en-GB" dirty="0"/>
              <a:t>To compare the effects of ATLS</a:t>
            </a:r>
            <a:r>
              <a:rPr lang="en-GB" baseline="30000" dirty="0"/>
              <a:t>®</a:t>
            </a:r>
            <a:r>
              <a:rPr lang="en-GB" dirty="0"/>
              <a:t> training with standard care on outcomes in adult trauma patients. </a:t>
            </a:r>
          </a:p>
          <a:p>
            <a:endParaRPr lang="sv-SE" dirty="0"/>
          </a:p>
          <a:p>
            <a:r>
              <a:rPr lang="sv-SE" b="1" dirty="0"/>
              <a:t>Status</a:t>
            </a:r>
          </a:p>
          <a:p>
            <a:r>
              <a:rPr lang="sv-SE" dirty="0" err="1"/>
              <a:t>This</a:t>
            </a:r>
            <a:r>
              <a:rPr lang="sv-SE" dirty="0"/>
              <a:t> trial is </a:t>
            </a:r>
            <a:r>
              <a:rPr lang="sv-SE" dirty="0" err="1"/>
              <a:t>ongoing</a:t>
            </a:r>
            <a:r>
              <a:rPr lang="sv-SE" dirty="0"/>
              <a:t> </a:t>
            </a:r>
            <a:r>
              <a:rPr lang="sv-SE" dirty="0" err="1"/>
              <a:t>since</a:t>
            </a:r>
            <a:r>
              <a:rPr lang="sv-SE" dirty="0"/>
              <a:t> </a:t>
            </a:r>
            <a:r>
              <a:rPr lang="sv-SE" dirty="0" err="1"/>
              <a:t>February</a:t>
            </a:r>
            <a:r>
              <a:rPr lang="sv-SE" dirty="0"/>
              <a:t> 2025 and </a:t>
            </a:r>
            <a:r>
              <a:rPr lang="sv-SE" dirty="0" err="1"/>
              <a:t>expect</a:t>
            </a:r>
            <a:r>
              <a:rPr lang="sv-SE" dirty="0"/>
              <a:t> to end in 2029. </a:t>
            </a:r>
            <a:r>
              <a:rPr lang="en-GB" dirty="0"/>
              <a:t>Over 1,400 patients from ten hospitals have been included so far. </a:t>
            </a:r>
            <a:endParaRPr lang="sv-SE" dirty="0"/>
          </a:p>
        </p:txBody>
      </p:sp>
      <p:sp>
        <p:nvSpPr>
          <p:cNvPr id="11" name="Platshållare för text 10">
            <a:extLst>
              <a:ext uri="{FF2B5EF4-FFF2-40B4-BE49-F238E27FC236}">
                <a16:creationId xmlns:a16="http://schemas.microsoft.com/office/drawing/2014/main" id="{2052BFEB-442A-849D-C44A-EC3926271FF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0197668" y="28437478"/>
            <a:ext cx="9064744" cy="2531523"/>
          </a:xfrm>
        </p:spPr>
        <p:txBody>
          <a:bodyPr/>
          <a:lstStyle/>
          <a:p>
            <a:r>
              <a:rPr lang="sv-SE" sz="5200" dirty="0"/>
              <a:t>For </a:t>
            </a:r>
            <a:r>
              <a:rPr lang="sv-SE" sz="5200" dirty="0" err="1"/>
              <a:t>more</a:t>
            </a:r>
            <a:r>
              <a:rPr lang="sv-SE" sz="5200" dirty="0"/>
              <a:t> information    </a:t>
            </a:r>
            <a:r>
              <a:rPr lang="sv-SE" sz="5200" dirty="0" err="1"/>
              <a:t>about</a:t>
            </a:r>
            <a:r>
              <a:rPr lang="sv-SE" sz="5200" dirty="0"/>
              <a:t> the trial, visit </a:t>
            </a:r>
            <a:r>
              <a:rPr lang="sv-SE" sz="5200" b="1" dirty="0" err="1"/>
              <a:t>www.advancetrauma.info</a:t>
            </a:r>
            <a:endParaRPr lang="sv-SE" sz="5200" b="1" dirty="0"/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B6C7F189-3356-60B5-4D2B-544E5F290FD2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" r="447"/>
          <a:stretch>
            <a:fillRect/>
          </a:stretch>
        </p:blipFill>
        <p:spPr>
          <a:xfrm>
            <a:off x="16777915" y="33109267"/>
            <a:ext cx="2815095" cy="2840320"/>
          </a:xfrm>
          <a:prstGeom prst="ellipse">
            <a:avLst/>
          </a:prstGeom>
        </p:spPr>
      </p:pic>
      <p:sp>
        <p:nvSpPr>
          <p:cNvPr id="13" name="Platshållare för text 12">
            <a:extLst>
              <a:ext uri="{FF2B5EF4-FFF2-40B4-BE49-F238E27FC236}">
                <a16:creationId xmlns:a16="http://schemas.microsoft.com/office/drawing/2014/main" id="{6B62506C-4DCB-C7FD-F6A2-A76ED7786F3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0197668" y="33109267"/>
            <a:ext cx="8245543" cy="2889414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sv-SE" dirty="0" err="1">
                <a:solidFill>
                  <a:schemeClr val="bg1"/>
                </a:solidFill>
              </a:rPr>
              <a:t>This</a:t>
            </a:r>
            <a:r>
              <a:rPr lang="sv-SE" dirty="0">
                <a:solidFill>
                  <a:schemeClr val="bg1"/>
                </a:solidFill>
              </a:rPr>
              <a:t> </a:t>
            </a:r>
            <a:r>
              <a:rPr lang="sv-SE" dirty="0" err="1">
                <a:solidFill>
                  <a:schemeClr val="bg1"/>
                </a:solidFill>
              </a:rPr>
              <a:t>will</a:t>
            </a:r>
            <a:r>
              <a:rPr lang="sv-SE" dirty="0">
                <a:solidFill>
                  <a:schemeClr val="bg1"/>
                </a:solidFill>
              </a:rPr>
              <a:t> be the </a:t>
            </a:r>
            <a:r>
              <a:rPr lang="sv-SE" dirty="0" err="1">
                <a:solidFill>
                  <a:schemeClr val="bg1"/>
                </a:solidFill>
              </a:rPr>
              <a:t>first</a:t>
            </a:r>
            <a:r>
              <a:rPr lang="sv-SE" dirty="0">
                <a:solidFill>
                  <a:schemeClr val="bg1"/>
                </a:solidFill>
              </a:rPr>
              <a:t> </a:t>
            </a:r>
            <a:r>
              <a:rPr lang="sv-SE" dirty="0" err="1">
                <a:solidFill>
                  <a:schemeClr val="bg1"/>
                </a:solidFill>
              </a:rPr>
              <a:t>large-scale</a:t>
            </a:r>
            <a:r>
              <a:rPr lang="sv-SE" dirty="0">
                <a:solidFill>
                  <a:schemeClr val="bg1"/>
                </a:solidFill>
              </a:rPr>
              <a:t> trial to </a:t>
            </a:r>
            <a:r>
              <a:rPr lang="sv-SE" dirty="0" err="1">
                <a:solidFill>
                  <a:schemeClr val="bg1"/>
                </a:solidFill>
              </a:rPr>
              <a:t>provide</a:t>
            </a:r>
            <a:r>
              <a:rPr lang="sv-SE" dirty="0">
                <a:solidFill>
                  <a:schemeClr val="bg1"/>
                </a:solidFill>
              </a:rPr>
              <a:t> </a:t>
            </a:r>
            <a:r>
              <a:rPr lang="sv-SE" dirty="0" err="1">
                <a:solidFill>
                  <a:schemeClr val="bg1"/>
                </a:solidFill>
              </a:rPr>
              <a:t>evidence</a:t>
            </a:r>
            <a:r>
              <a:rPr lang="sv-SE" dirty="0">
                <a:solidFill>
                  <a:schemeClr val="bg1"/>
                </a:solidFill>
              </a:rPr>
              <a:t> </a:t>
            </a:r>
            <a:r>
              <a:rPr lang="sv-SE" dirty="0" err="1">
                <a:solidFill>
                  <a:schemeClr val="bg1"/>
                </a:solidFill>
              </a:rPr>
              <a:t>of</a:t>
            </a:r>
            <a:r>
              <a:rPr lang="sv-SE" dirty="0">
                <a:solidFill>
                  <a:schemeClr val="bg1"/>
                </a:solidFill>
              </a:rPr>
              <a:t> the </a:t>
            </a:r>
            <a:r>
              <a:rPr lang="sv-SE" dirty="0" err="1">
                <a:solidFill>
                  <a:schemeClr val="bg1"/>
                </a:solidFill>
              </a:rPr>
              <a:t>effectiveness</a:t>
            </a:r>
            <a:r>
              <a:rPr lang="sv-SE" dirty="0">
                <a:solidFill>
                  <a:schemeClr val="bg1"/>
                </a:solidFill>
              </a:rPr>
              <a:t> </a:t>
            </a:r>
            <a:r>
              <a:rPr lang="sv-SE" dirty="0" err="1">
                <a:solidFill>
                  <a:schemeClr val="bg1"/>
                </a:solidFill>
              </a:rPr>
              <a:t>of</a:t>
            </a:r>
            <a:r>
              <a:rPr lang="sv-SE" dirty="0">
                <a:solidFill>
                  <a:schemeClr val="bg1"/>
                </a:solidFill>
              </a:rPr>
              <a:t> ATLS </a:t>
            </a:r>
            <a:r>
              <a:rPr lang="sv-SE" dirty="0" err="1">
                <a:solidFill>
                  <a:schemeClr val="bg1"/>
                </a:solidFill>
              </a:rPr>
              <a:t>since</a:t>
            </a:r>
            <a:r>
              <a:rPr lang="sv-SE" dirty="0">
                <a:solidFill>
                  <a:schemeClr val="bg1"/>
                </a:solidFill>
              </a:rPr>
              <a:t> the </a:t>
            </a:r>
            <a:r>
              <a:rPr lang="sv-SE" dirty="0" err="1">
                <a:solidFill>
                  <a:schemeClr val="bg1"/>
                </a:solidFill>
              </a:rPr>
              <a:t>programme</a:t>
            </a:r>
            <a:r>
              <a:rPr lang="sv-SE" dirty="0">
                <a:solidFill>
                  <a:schemeClr val="bg1"/>
                </a:solidFill>
              </a:rPr>
              <a:t> </a:t>
            </a:r>
            <a:r>
              <a:rPr lang="sv-SE" dirty="0" err="1">
                <a:solidFill>
                  <a:schemeClr val="bg1"/>
                </a:solidFill>
              </a:rPr>
              <a:t>started</a:t>
            </a:r>
            <a:r>
              <a:rPr lang="sv-SE" dirty="0">
                <a:solidFill>
                  <a:schemeClr val="bg1"/>
                </a:solidFill>
              </a:rPr>
              <a:t> in 1978!</a:t>
            </a:r>
          </a:p>
          <a:p>
            <a:pPr marL="0" indent="0">
              <a:buNone/>
            </a:pPr>
            <a:endParaRPr lang="sv-SE" dirty="0">
              <a:solidFill>
                <a:schemeClr val="bg1"/>
              </a:solidFill>
            </a:endParaRPr>
          </a:p>
        </p:txBody>
      </p:sp>
      <p:pic>
        <p:nvPicPr>
          <p:cNvPr id="20" name="Picture 19" descr="A qr code with a few squares&#10;&#10;AI-generated content may be incorrect.">
            <a:extLst>
              <a:ext uri="{FF2B5EF4-FFF2-40B4-BE49-F238E27FC236}">
                <a16:creationId xmlns:a16="http://schemas.microsoft.com/office/drawing/2014/main" id="{0BDD8501-C580-8048-3E0E-73BC1C1C05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8194" y="27903239"/>
            <a:ext cx="3600000" cy="3600000"/>
          </a:xfrm>
          <a:prstGeom prst="rect">
            <a:avLst/>
          </a:prstGeom>
        </p:spPr>
      </p:pic>
      <p:cxnSp>
        <p:nvCxnSpPr>
          <p:cNvPr id="28" name="Rak koppling 36">
            <a:extLst>
              <a:ext uri="{FF2B5EF4-FFF2-40B4-BE49-F238E27FC236}">
                <a16:creationId xmlns:a16="http://schemas.microsoft.com/office/drawing/2014/main" id="{A0995F43-084B-93FA-2D06-CB9C5912F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auto">
          <a:xfrm>
            <a:off x="15113039" y="27255167"/>
            <a:ext cx="0" cy="1055833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6C8EB62-EA66-B916-E577-18ED35117E2F}"/>
              </a:ext>
            </a:extLst>
          </p:cNvPr>
          <p:cNvSpPr txBox="1"/>
          <p:nvPr/>
        </p:nvSpPr>
        <p:spPr>
          <a:xfrm>
            <a:off x="872507" y="7299880"/>
            <a:ext cx="28176756" cy="1938992"/>
          </a:xfrm>
          <a:prstGeom prst="rect">
            <a:avLst/>
          </a:prstGeom>
          <a:noFill/>
        </p:spPr>
        <p:txBody>
          <a:bodyPr wrap="square" lIns="432000" rIns="432000">
            <a:spAutoFit/>
          </a:bodyPr>
          <a:lstStyle/>
          <a:p>
            <a:pPr>
              <a:buNone/>
            </a:pPr>
            <a:r>
              <a:rPr lang="en-GB" sz="6000" dirty="0">
                <a:effectLst/>
                <a:cs typeface="Arial" panose="020B0604020202020204" pitchFamily="34" charset="0"/>
              </a:rPr>
              <a:t>How does ATLS</a:t>
            </a:r>
            <a:r>
              <a:rPr lang="en-GB" sz="6000" baseline="30000" dirty="0">
                <a:effectLst/>
                <a:cs typeface="Arial" panose="020B0604020202020204" pitchFamily="34" charset="0"/>
              </a:rPr>
              <a:t>®</a:t>
            </a:r>
            <a:r>
              <a:rPr lang="en-GB" sz="6000" dirty="0">
                <a:effectLst/>
                <a:cs typeface="Arial" panose="020B0604020202020204" pitchFamily="34" charset="0"/>
              </a:rPr>
              <a:t> training impact patient outcomes in comparison to standard care in adult trauma patients? (</a:t>
            </a:r>
            <a:r>
              <a:rPr lang="en-GB" sz="6000" dirty="0" err="1">
                <a:effectLst/>
                <a:cs typeface="Arial" panose="020B0604020202020204" pitchFamily="34" charset="0"/>
              </a:rPr>
              <a:t>ClinicalTrials.gov</a:t>
            </a:r>
            <a:r>
              <a:rPr lang="en-GB" sz="6000" dirty="0">
                <a:effectLst/>
                <a:cs typeface="Arial" panose="020B0604020202020204" pitchFamily="34" charset="0"/>
              </a:rPr>
              <a:t> NCT06321419)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AB67CA3-C31B-2E00-F9BE-E6329EB781CA}"/>
              </a:ext>
            </a:extLst>
          </p:cNvPr>
          <p:cNvSpPr/>
          <p:nvPr/>
        </p:nvSpPr>
        <p:spPr bwMode="auto">
          <a:xfrm>
            <a:off x="872507" y="9907977"/>
            <a:ext cx="17312955" cy="6336704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360000" tIns="72000" rIns="360000" bIns="180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70485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3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6CA17E-C245-2A8E-D428-3E488D0CBD26}"/>
              </a:ext>
            </a:extLst>
          </p:cNvPr>
          <p:cNvSpPr txBox="1"/>
          <p:nvPr/>
        </p:nvSpPr>
        <p:spPr>
          <a:xfrm>
            <a:off x="1422860" y="10391179"/>
            <a:ext cx="5886094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5200" b="1" dirty="0"/>
              <a:t>Study design</a:t>
            </a:r>
          </a:p>
          <a:p>
            <a:endParaRPr lang="en-GB" sz="4400" dirty="0"/>
          </a:p>
          <a:p>
            <a:r>
              <a:rPr lang="en-GB" sz="4400" dirty="0"/>
              <a:t>Batched stepped-wedge cluster randomised trial comparing ATS</a:t>
            </a:r>
            <a:r>
              <a:rPr lang="en-GB" sz="4400" baseline="30000" dirty="0"/>
              <a:t>®</a:t>
            </a:r>
          </a:p>
          <a:p>
            <a:r>
              <a:rPr lang="en-GB" sz="4400" dirty="0"/>
              <a:t>vs standard care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0C32C4B-EEF5-44E9-337E-9527261CB4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802" y="10391179"/>
            <a:ext cx="10800000" cy="843906"/>
          </a:xfrm>
          <a:prstGeom prst="rect">
            <a:avLst/>
          </a:prstGeom>
        </p:spPr>
      </p:pic>
      <p:pic>
        <p:nvPicPr>
          <p:cNvPr id="38" name="Content Placeholder 37">
            <a:extLst>
              <a:ext uri="{FF2B5EF4-FFF2-40B4-BE49-F238E27FC236}">
                <a16:creationId xmlns:a16="http://schemas.microsoft.com/office/drawing/2014/main" id="{E18162B4-A348-30A6-C60E-5D65281C0A45}"/>
              </a:ext>
            </a:extLst>
          </p:cNvPr>
          <p:cNvPicPr>
            <a:picLocks noGrp="1" noChangeAspect="1"/>
          </p:cNvPicPr>
          <p:nvPr>
            <p:ph sz="quarter" idx="19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285" y="11687707"/>
            <a:ext cx="7787155" cy="415498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21E6DC2-5A09-3FDF-AA10-284F9DD58B6B}"/>
              </a:ext>
            </a:extLst>
          </p:cNvPr>
          <p:cNvSpPr txBox="1"/>
          <p:nvPr/>
        </p:nvSpPr>
        <p:spPr>
          <a:xfrm>
            <a:off x="13588281" y="12484059"/>
            <a:ext cx="459718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Uni-directional crossover trial:</a:t>
            </a:r>
          </a:p>
          <a:p>
            <a:r>
              <a:rPr lang="en-GB" sz="4400" dirty="0"/>
              <a:t>30 clusters</a:t>
            </a:r>
          </a:p>
          <a:p>
            <a:r>
              <a:rPr lang="en-GB" sz="4400" dirty="0"/>
              <a:t>6 batches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C1894F68-B6C0-C198-05BF-76CAC49AB7C8}"/>
              </a:ext>
            </a:extLst>
          </p:cNvPr>
          <p:cNvSpPr/>
          <p:nvPr/>
        </p:nvSpPr>
        <p:spPr bwMode="auto">
          <a:xfrm>
            <a:off x="18735815" y="9907977"/>
            <a:ext cx="10635141" cy="6336704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360000" tIns="72000" rIns="360000" bIns="180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70485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3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62428C-EEC6-5353-D06E-DC48B82273C2}"/>
              </a:ext>
            </a:extLst>
          </p:cNvPr>
          <p:cNvSpPr txBox="1"/>
          <p:nvPr/>
        </p:nvSpPr>
        <p:spPr>
          <a:xfrm>
            <a:off x="19285426" y="10543579"/>
            <a:ext cx="4349066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5200" b="1" dirty="0"/>
              <a:t>Population</a:t>
            </a:r>
          </a:p>
          <a:p>
            <a:endParaRPr lang="en-GB" sz="4400" dirty="0"/>
          </a:p>
          <a:p>
            <a:r>
              <a:rPr lang="en-GB" sz="4400" dirty="0"/>
              <a:t>Adult trauma patients in 30 hospitals across India. Target &gt; 4320 patients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5E95F8A-CC52-3CE9-ECBB-A6FCF2AB84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0950" y="10135009"/>
            <a:ext cx="4991100" cy="5562600"/>
          </a:xfrm>
          <a:prstGeom prst="rect">
            <a:avLst/>
          </a:prstGeom>
        </p:spPr>
      </p:pic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C2F7066C-F75E-8945-7C3E-494EBF3702C5}"/>
              </a:ext>
            </a:extLst>
          </p:cNvPr>
          <p:cNvSpPr/>
          <p:nvPr/>
        </p:nvSpPr>
        <p:spPr bwMode="auto">
          <a:xfrm>
            <a:off x="850704" y="20558423"/>
            <a:ext cx="13232728" cy="5683155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360000" tIns="72000" rIns="360000" bIns="180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70485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3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407A33C-B6D8-742E-7FF7-11289C607E22}"/>
              </a:ext>
            </a:extLst>
          </p:cNvPr>
          <p:cNvSpPr/>
          <p:nvPr/>
        </p:nvSpPr>
        <p:spPr bwMode="auto">
          <a:xfrm>
            <a:off x="16255998" y="20558423"/>
            <a:ext cx="13232728" cy="5683155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360000" tIns="72000" rIns="360000" bIns="180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70485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3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1EF802AE-2206-F6C1-0669-54E6E64FBDE7}"/>
              </a:ext>
            </a:extLst>
          </p:cNvPr>
          <p:cNvSpPr/>
          <p:nvPr/>
        </p:nvSpPr>
        <p:spPr bwMode="auto">
          <a:xfrm>
            <a:off x="872507" y="16747476"/>
            <a:ext cx="28614730" cy="5683155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360000" tIns="72000" rIns="360000" bIns="180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70485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3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pic>
        <p:nvPicPr>
          <p:cNvPr id="49" name="Content Placeholder 24">
            <a:extLst>
              <a:ext uri="{FF2B5EF4-FFF2-40B4-BE49-F238E27FC236}">
                <a16:creationId xmlns:a16="http://schemas.microsoft.com/office/drawing/2014/main" id="{D6573F50-6FE9-3B29-879C-B951219A3ADC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8"/>
          <a:stretch>
            <a:fillRect/>
          </a:stretch>
        </p:blipFill>
        <p:spPr>
          <a:xfrm>
            <a:off x="3647697" y="18531049"/>
            <a:ext cx="23064351" cy="3494404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26412E75-943A-8099-05FD-B6523D2F22A3}"/>
              </a:ext>
            </a:extLst>
          </p:cNvPr>
          <p:cNvSpPr txBox="1"/>
          <p:nvPr/>
        </p:nvSpPr>
        <p:spPr>
          <a:xfrm>
            <a:off x="6242703" y="17232532"/>
            <a:ext cx="1787433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5200" b="1" dirty="0" err="1"/>
              <a:t>Primary</a:t>
            </a:r>
            <a:r>
              <a:rPr lang="sv-SE" sz="5200" b="1" dirty="0"/>
              <a:t> </a:t>
            </a:r>
            <a:r>
              <a:rPr lang="sv-SE" sz="5200" b="1" dirty="0" err="1"/>
              <a:t>outcome</a:t>
            </a:r>
            <a:r>
              <a:rPr lang="sv-SE" sz="5200" b="1" dirty="0"/>
              <a:t> </a:t>
            </a:r>
            <a:r>
              <a:rPr lang="sv-SE" sz="5200" b="1" dirty="0" err="1"/>
              <a:t>comparison</a:t>
            </a:r>
            <a:endParaRPr lang="en-GB" sz="4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5858890-A1A1-D378-597A-C53DBA0FEFBA}"/>
              </a:ext>
            </a:extLst>
          </p:cNvPr>
          <p:cNvSpPr txBox="1"/>
          <p:nvPr/>
        </p:nvSpPr>
        <p:spPr>
          <a:xfrm>
            <a:off x="2616216" y="23273241"/>
            <a:ext cx="69127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If ATLS</a:t>
            </a:r>
            <a:r>
              <a:rPr lang="en-GB" sz="4400" baseline="30000" dirty="0"/>
              <a:t>®</a:t>
            </a:r>
            <a:r>
              <a:rPr lang="en-GB" sz="4400" dirty="0"/>
              <a:t> improves patient outcomes it should be further promoted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A4E48A24-8A63-8DE2-350E-4EA7E318BF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087" y="23255070"/>
            <a:ext cx="2005715" cy="216000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D2F27E0A-617F-8700-0A6E-DD72699942D2}"/>
              </a:ext>
            </a:extLst>
          </p:cNvPr>
          <p:cNvSpPr txBox="1"/>
          <p:nvPr/>
        </p:nvSpPr>
        <p:spPr>
          <a:xfrm>
            <a:off x="6184562" y="23734906"/>
            <a:ext cx="178743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7200" b="1" dirty="0"/>
              <a:t>OR</a:t>
            </a:r>
            <a:endParaRPr lang="en-GB" sz="7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1FA0CA1-AA55-6AA3-9E09-9940A3D4D9E5}"/>
              </a:ext>
            </a:extLst>
          </p:cNvPr>
          <p:cNvSpPr txBox="1"/>
          <p:nvPr/>
        </p:nvSpPr>
        <p:spPr>
          <a:xfrm>
            <a:off x="18013304" y="22934687"/>
            <a:ext cx="689330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If ATLS</a:t>
            </a:r>
            <a:r>
              <a:rPr lang="en-GB" sz="4400" baseline="30000" dirty="0"/>
              <a:t>®</a:t>
            </a:r>
            <a:r>
              <a:rPr lang="en-GB" sz="4400" dirty="0"/>
              <a:t> does not improve patient outcomes, trauma life support training needs to change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DC63CB52-C01C-B680-B434-E104EEBDCE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4117" y="23255070"/>
            <a:ext cx="2515862" cy="2160000"/>
          </a:xfrm>
          <a:prstGeom prst="rect">
            <a:avLst/>
          </a:prstGeom>
        </p:spPr>
      </p:pic>
      <p:sp>
        <p:nvSpPr>
          <p:cNvPr id="65" name="Platshållare för text 12">
            <a:extLst>
              <a:ext uri="{FF2B5EF4-FFF2-40B4-BE49-F238E27FC236}">
                <a16:creationId xmlns:a16="http://schemas.microsoft.com/office/drawing/2014/main" id="{BEF0FB14-CC59-A102-ED87-37BE5AC21692}"/>
              </a:ext>
            </a:extLst>
          </p:cNvPr>
          <p:cNvSpPr txBox="1">
            <a:spLocks/>
          </p:cNvSpPr>
          <p:nvPr/>
        </p:nvSpPr>
        <p:spPr>
          <a:xfrm>
            <a:off x="16718566" y="36205611"/>
            <a:ext cx="12224171" cy="943624"/>
          </a:xfrm>
          <a:prstGeom prst="rect">
            <a:avLst/>
          </a:prstGeom>
        </p:spPr>
        <p:txBody>
          <a:bodyPr/>
          <a:lstStyle>
            <a:lvl1pPr marL="1104928" indent="-1104928" algn="l" defTabSz="2947221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4518" b="0" i="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ＭＳ Ｐゴシック" charset="0"/>
              </a:defRPr>
            </a:lvl1pPr>
            <a:lvl2pPr marL="2394757" indent="-920026" algn="l" defTabSz="2947221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3177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3678984" indent="-731763" algn="l" defTabSz="2947221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59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5159317" indent="-741848" algn="l" defTabSz="2947221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6494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6627325" indent="-735124" algn="l" defTabSz="2947221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6494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7013129" indent="-735971" algn="l" defTabSz="2947896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6494">
                <a:solidFill>
                  <a:schemeClr val="tx1"/>
                </a:solidFill>
                <a:latin typeface="Arial" charset="0"/>
              </a:defRPr>
            </a:lvl6pPr>
            <a:lvl7pPr marL="7398510" indent="-735971" algn="l" defTabSz="2947896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6494">
                <a:solidFill>
                  <a:schemeClr val="tx1"/>
                </a:solidFill>
                <a:latin typeface="Arial" charset="0"/>
              </a:defRPr>
            </a:lvl7pPr>
            <a:lvl8pPr marL="7783890" indent="-735971" algn="l" defTabSz="2947896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6494">
                <a:solidFill>
                  <a:schemeClr val="tx1"/>
                </a:solidFill>
                <a:latin typeface="Arial" charset="0"/>
              </a:defRPr>
            </a:lvl8pPr>
            <a:lvl9pPr marL="8169271" indent="-735971" algn="l" defTabSz="2947896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6494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algn="ctr">
              <a:buFontTx/>
              <a:buNone/>
            </a:pPr>
            <a:r>
              <a:rPr lang="sv-SE" kern="0" dirty="0">
                <a:solidFill>
                  <a:schemeClr val="bg1"/>
                </a:solidFill>
              </a:rPr>
              <a:t>No </a:t>
            </a:r>
            <a:r>
              <a:rPr lang="sv-SE" kern="0" dirty="0" err="1">
                <a:solidFill>
                  <a:schemeClr val="bg1"/>
                </a:solidFill>
              </a:rPr>
              <a:t>Accidents</a:t>
            </a:r>
            <a:r>
              <a:rPr lang="sv-SE" kern="0" dirty="0">
                <a:solidFill>
                  <a:schemeClr val="bg1"/>
                </a:solidFill>
              </a:rPr>
              <a:t> research </a:t>
            </a:r>
            <a:r>
              <a:rPr lang="sv-SE" kern="0" dirty="0" err="1">
                <a:solidFill>
                  <a:schemeClr val="bg1"/>
                </a:solidFill>
              </a:rPr>
              <a:t>lab</a:t>
            </a:r>
            <a:r>
              <a:rPr lang="sv-SE" kern="0" dirty="0">
                <a:solidFill>
                  <a:schemeClr val="bg1"/>
                </a:solidFill>
              </a:rPr>
              <a:t> </a:t>
            </a:r>
            <a:r>
              <a:rPr lang="sv-SE" b="1" kern="0" dirty="0" err="1">
                <a:solidFill>
                  <a:schemeClr val="bg1"/>
                </a:solidFill>
              </a:rPr>
              <a:t>www.noacs.io</a:t>
            </a:r>
            <a:r>
              <a:rPr lang="sv-SE" b="1" kern="0" dirty="0">
                <a:solidFill>
                  <a:schemeClr val="bg1"/>
                </a:solidFill>
              </a:rPr>
              <a:t> </a:t>
            </a:r>
          </a:p>
          <a:p>
            <a:pPr marL="0" indent="0" algn="ctr">
              <a:buFontTx/>
              <a:buNone/>
            </a:pPr>
            <a:endParaRPr lang="sv-SE" kern="0" dirty="0">
              <a:solidFill>
                <a:schemeClr val="bg1"/>
              </a:solidFill>
            </a:endParaRPr>
          </a:p>
        </p:txBody>
      </p:sp>
      <p:sp>
        <p:nvSpPr>
          <p:cNvPr id="66" name="Platshållare för text 22">
            <a:extLst>
              <a:ext uri="{FF2B5EF4-FFF2-40B4-BE49-F238E27FC236}">
                <a16:creationId xmlns:a16="http://schemas.microsoft.com/office/drawing/2014/main" id="{8C998CC6-2417-2537-0957-278242586A43}"/>
              </a:ext>
            </a:extLst>
          </p:cNvPr>
          <p:cNvSpPr txBox="1">
            <a:spLocks/>
          </p:cNvSpPr>
          <p:nvPr/>
        </p:nvSpPr>
        <p:spPr>
          <a:xfrm>
            <a:off x="900241" y="39386420"/>
            <a:ext cx="6408712" cy="2526568"/>
          </a:xfrm>
          <a:prstGeom prst="rect">
            <a:avLst/>
          </a:prstGeom>
        </p:spPr>
        <p:txBody>
          <a:bodyPr lIns="432000" tIns="86400" rIns="432000" bIns="216000"/>
          <a:lstStyle>
            <a:lvl1pPr marL="0" indent="0" algn="l" defTabSz="2947221" rtl="0" eaLnBrk="1" fontAlgn="base" hangingPunct="1">
              <a:lnSpc>
                <a:spcPts val="2400"/>
              </a:lnSpc>
              <a:spcBef>
                <a:spcPts val="200"/>
              </a:spcBef>
              <a:spcAft>
                <a:spcPct val="0"/>
              </a:spcAft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394757" indent="-920026" algn="l" defTabSz="2947221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3177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3678984" indent="-731763" algn="l" defTabSz="2947221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59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5159317" indent="-741848" algn="l" defTabSz="2947221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6494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6627325" indent="-735124" algn="l" defTabSz="2947221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6494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7013129" indent="-735971" algn="l" defTabSz="2947896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6494">
                <a:solidFill>
                  <a:schemeClr val="tx1"/>
                </a:solidFill>
                <a:latin typeface="Arial" charset="0"/>
              </a:defRPr>
            </a:lvl6pPr>
            <a:lvl7pPr marL="7398510" indent="-735971" algn="l" defTabSz="2947896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6494">
                <a:solidFill>
                  <a:schemeClr val="tx1"/>
                </a:solidFill>
                <a:latin typeface="Arial" charset="0"/>
              </a:defRPr>
            </a:lvl7pPr>
            <a:lvl8pPr marL="7783890" indent="-735971" algn="l" defTabSz="2947896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6494">
                <a:solidFill>
                  <a:schemeClr val="tx1"/>
                </a:solidFill>
                <a:latin typeface="Arial" charset="0"/>
              </a:defRPr>
            </a:lvl8pPr>
            <a:lvl9pPr marL="8169271" indent="-735971" algn="l" defTabSz="2947896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6494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600"/>
              </a:spcBef>
              <a:defRPr/>
            </a:pPr>
            <a:r>
              <a:rPr lang="sv-SE" sz="2400" kern="0" dirty="0"/>
              <a:t>Karolinska Institutet</a:t>
            </a:r>
            <a:br>
              <a:rPr lang="sv-SE" sz="2400" kern="0" dirty="0"/>
            </a:br>
            <a:r>
              <a:rPr lang="sv-SE" kern="0" dirty="0"/>
              <a:t>Martin Gerdin Wärnberg</a:t>
            </a:r>
            <a:br>
              <a:rPr lang="sv-SE" kern="0" dirty="0"/>
            </a:br>
            <a:r>
              <a:rPr lang="sv-SE" kern="0" dirty="0"/>
              <a:t>Principal Researcher / </a:t>
            </a:r>
            <a:r>
              <a:rPr lang="sv-SE" kern="0" dirty="0" err="1"/>
              <a:t>Department</a:t>
            </a:r>
            <a:r>
              <a:rPr lang="sv-SE" kern="0" dirty="0"/>
              <a:t> </a:t>
            </a:r>
            <a:r>
              <a:rPr lang="sv-SE" kern="0" dirty="0" err="1"/>
              <a:t>of</a:t>
            </a:r>
            <a:r>
              <a:rPr lang="sv-SE" kern="0" dirty="0"/>
              <a:t> Global Public Health</a:t>
            </a:r>
            <a:br>
              <a:rPr lang="sv-SE" kern="0" dirty="0"/>
            </a:br>
            <a:r>
              <a:rPr lang="sv-SE" kern="0" dirty="0"/>
              <a:t>E-mail: </a:t>
            </a:r>
            <a:r>
              <a:rPr lang="sv-SE" kern="0" dirty="0" err="1"/>
              <a:t>martin.gerdin@ki.se</a:t>
            </a:r>
            <a:br>
              <a:rPr lang="sv-SE" kern="0" dirty="0"/>
            </a:br>
            <a:r>
              <a:rPr lang="sv-SE" kern="0" dirty="0" err="1"/>
              <a:t>Phone</a:t>
            </a:r>
            <a:r>
              <a:rPr lang="sv-SE" kern="0" dirty="0"/>
              <a:t>: +46 708 53 95 98</a:t>
            </a:r>
            <a:br>
              <a:rPr lang="sv-SE" kern="0" dirty="0"/>
            </a:br>
            <a:r>
              <a:rPr lang="sv-SE" kern="0" dirty="0"/>
              <a:t>Web: </a:t>
            </a:r>
            <a:r>
              <a:rPr lang="sv-SE" kern="0" dirty="0" err="1"/>
              <a:t>ki.se</a:t>
            </a:r>
            <a:endParaRPr lang="sv-SE" kern="0" dirty="0"/>
          </a:p>
          <a:p>
            <a:pPr>
              <a:spcBef>
                <a:spcPts val="600"/>
              </a:spcBef>
              <a:defRPr/>
            </a:pPr>
            <a:endParaRPr lang="sv-SE" kern="0" dirty="0"/>
          </a:p>
        </p:txBody>
      </p:sp>
      <p:sp>
        <p:nvSpPr>
          <p:cNvPr id="67" name="Platshållare för text 6">
            <a:extLst>
              <a:ext uri="{FF2B5EF4-FFF2-40B4-BE49-F238E27FC236}">
                <a16:creationId xmlns:a16="http://schemas.microsoft.com/office/drawing/2014/main" id="{D5ACDEFD-20F4-AADB-C3BE-792DC24D8DF0}"/>
              </a:ext>
            </a:extLst>
          </p:cNvPr>
          <p:cNvSpPr txBox="1">
            <a:spLocks/>
          </p:cNvSpPr>
          <p:nvPr/>
        </p:nvSpPr>
        <p:spPr>
          <a:xfrm>
            <a:off x="7848923" y="39424519"/>
            <a:ext cx="6408712" cy="2526566"/>
          </a:xfrm>
          <a:prstGeom prst="rect">
            <a:avLst/>
          </a:prstGeom>
        </p:spPr>
        <p:txBody>
          <a:bodyPr/>
          <a:lstStyle>
            <a:lvl1pPr marL="0" indent="0" algn="l" defTabSz="2947221" rtl="0" eaLnBrk="1" fontAlgn="base" hangingPunct="1">
              <a:lnSpc>
                <a:spcPts val="2400"/>
              </a:lnSpc>
              <a:spcBef>
                <a:spcPts val="200"/>
              </a:spcBef>
              <a:spcAft>
                <a:spcPct val="0"/>
              </a:spcAft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2394757" indent="-920026" algn="l" defTabSz="2947221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3177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3678984" indent="-731763" algn="l" defTabSz="2947221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59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5159317" indent="-741848" algn="l" defTabSz="2947221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6494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6627325" indent="-735124" algn="l" defTabSz="2947221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6494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7013129" indent="-735971" algn="l" defTabSz="2947896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6494">
                <a:solidFill>
                  <a:schemeClr val="tx1"/>
                </a:solidFill>
                <a:latin typeface="Arial" charset="0"/>
              </a:defRPr>
            </a:lvl6pPr>
            <a:lvl7pPr marL="7398510" indent="-735971" algn="l" defTabSz="2947896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6494">
                <a:solidFill>
                  <a:schemeClr val="tx1"/>
                </a:solidFill>
                <a:latin typeface="Arial" charset="0"/>
              </a:defRPr>
            </a:lvl7pPr>
            <a:lvl8pPr marL="7783890" indent="-735971" algn="l" defTabSz="2947896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6494">
                <a:solidFill>
                  <a:schemeClr val="tx1"/>
                </a:solidFill>
                <a:latin typeface="Arial" charset="0"/>
              </a:defRPr>
            </a:lvl8pPr>
            <a:lvl9pPr marL="8169271" indent="-735971" algn="l" defTabSz="2947896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6494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2400" kern="0" dirty="0"/>
              <a:t>Karolinska University Hospital</a:t>
            </a:r>
            <a:br>
              <a:rPr lang="sv-SE" kern="0" dirty="0"/>
            </a:br>
            <a:r>
              <a:rPr lang="sv-SE" kern="0" dirty="0"/>
              <a:t>Martin Gerdin Wärnberg</a:t>
            </a:r>
            <a:br>
              <a:rPr lang="sv-SE" kern="0" dirty="0"/>
            </a:br>
            <a:r>
              <a:rPr lang="sv-SE" kern="0" dirty="0"/>
              <a:t>Specialist </a:t>
            </a:r>
            <a:r>
              <a:rPr lang="sv-SE" kern="0" dirty="0" err="1"/>
              <a:t>Physician</a:t>
            </a:r>
            <a:r>
              <a:rPr lang="sv-SE" kern="0" dirty="0"/>
              <a:t> / </a:t>
            </a:r>
            <a:r>
              <a:rPr lang="sv-SE" kern="0" dirty="0" err="1"/>
              <a:t>Perioperative</a:t>
            </a:r>
            <a:r>
              <a:rPr lang="sv-SE" kern="0" dirty="0"/>
              <a:t> Medicine and Intensive Care</a:t>
            </a:r>
            <a:br>
              <a:rPr lang="sv-SE" kern="0" dirty="0"/>
            </a:br>
            <a:r>
              <a:rPr lang="sv-SE" kern="0" dirty="0"/>
              <a:t>E-mail: </a:t>
            </a:r>
            <a:r>
              <a:rPr lang="sv-SE" kern="0" dirty="0" err="1"/>
              <a:t>martin.gerdin@regionstockholm.se</a:t>
            </a:r>
            <a:br>
              <a:rPr lang="sv-SE" kern="0" dirty="0"/>
            </a:br>
            <a:r>
              <a:rPr lang="sv-SE" kern="0" dirty="0" err="1"/>
              <a:t>Phone</a:t>
            </a:r>
            <a:r>
              <a:rPr lang="sv-SE" kern="0" dirty="0"/>
              <a:t>: +46 708 53 95 98</a:t>
            </a:r>
            <a:br>
              <a:rPr lang="sv-SE" kern="0" dirty="0"/>
            </a:br>
            <a:r>
              <a:rPr lang="sv-SE" kern="0" dirty="0"/>
              <a:t>Web: </a:t>
            </a:r>
            <a:r>
              <a:rPr lang="sv-SE" kern="0" dirty="0" err="1"/>
              <a:t>karolinska.se</a:t>
            </a:r>
            <a:endParaRPr lang="sv-SE" kern="0" dirty="0"/>
          </a:p>
        </p:txBody>
      </p:sp>
    </p:spTree>
    <p:extLst>
      <p:ext uri="{BB962C8B-B14F-4D97-AF65-F5344CB8AC3E}">
        <p14:creationId xmlns:p14="http://schemas.microsoft.com/office/powerpoint/2010/main" val="1535026693"/>
      </p:ext>
    </p:extLst>
  </p:cSld>
  <p:clrMapOvr>
    <a:masterClrMapping/>
  </p:clrMapOvr>
</p:sld>
</file>

<file path=ppt/theme/theme1.xml><?xml version="1.0" encoding="utf-8"?>
<a:theme xmlns:a="http://schemas.openxmlformats.org/drawingml/2006/main" name="KI - Poster 84x119">
  <a:themeElements>
    <a:clrScheme name="KI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F0433"/>
      </a:accent1>
      <a:accent2>
        <a:srgbClr val="FF876F"/>
      </a:accent2>
      <a:accent3>
        <a:srgbClr val="870052"/>
      </a:accent3>
      <a:accent4>
        <a:srgbClr val="FFDDD6"/>
      </a:accent4>
      <a:accent5>
        <a:srgbClr val="4DB5BC"/>
      </a:accent5>
      <a:accent6>
        <a:srgbClr val="CCEBED"/>
      </a:accent6>
      <a:hlink>
        <a:srgbClr val="870052"/>
      </a:hlink>
      <a:folHlink>
        <a:srgbClr val="C490AA"/>
      </a:folHlink>
    </a:clrScheme>
    <a:fontScheme name="KI PPT">
      <a:majorFont>
        <a:latin typeface="DM Sans Medium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360000" tIns="72000" rIns="360000" bIns="180000" numCol="1" anchor="t" anchorCtr="0" compatLnSpc="1">
        <a:prstTxWarp prst="textNoShape">
          <a:avLst/>
        </a:prstTxWarp>
        <a:spAutoFit/>
      </a:bodyPr>
      <a:lstStyle>
        <a:defPPr marL="0" marR="0" indent="0" algn="l" defTabSz="70485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sv-SE" sz="3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Standardformgivnin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formgivnin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formgivn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formgivnin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formgivni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formgivni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formgivni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Vetenskaplig poster stående 84x119_ki_k_eng.potx" id="{D05C474E-9148-4830-BDAA-8BE3BD92E02B}" vid="{0AAD17E6-B341-413B-992F-B7CC85B1F6F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8615BE51D60BA44B86811C5F608C49E" ma:contentTypeVersion="4" ma:contentTypeDescription="Skapa ett nytt dokument." ma:contentTypeScope="" ma:versionID="d38a2c07f4f36005f3c4f84d5a2cc146">
  <xsd:schema xmlns:xsd="http://www.w3.org/2001/XMLSchema" xmlns:xs="http://www.w3.org/2001/XMLSchema" xmlns:p="http://schemas.microsoft.com/office/2006/metadata/properties" xmlns:ns2="6843b716-3f6d-4983-a753-faa1afd2f446" targetNamespace="http://schemas.microsoft.com/office/2006/metadata/properties" ma:root="true" ma:fieldsID="9b929705adf473d8b0cc429cd00fedc4" ns2:_="">
    <xsd:import namespace="6843b716-3f6d-4983-a753-faa1afd2f4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43b716-3f6d-4983-a753-faa1afd2f4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5B20F5-4DE9-406B-9A6F-2F9438B58A7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3010427-2C90-4791-9352-AD7BC693945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3D7093-9EBA-4AB3-9AF0-3903D579DE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43b716-3f6d-4983-a753-faa1afd2f4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KI - Poster 84x119</Template>
  <TotalTime>87</TotalTime>
  <Words>352</Words>
  <Application>Microsoft Macintosh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Quicksand</vt:lpstr>
      <vt:lpstr>KI - Poster 84x119</vt:lpstr>
      <vt:lpstr>Rationale and design of ADVANCE TRAUMA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Martin Gerdin Wärnberg</dc:creator>
  <cp:keywords/>
  <dc:description/>
  <cp:lastModifiedBy>Martin Gerdin Wärnberg</cp:lastModifiedBy>
  <cp:revision>5</cp:revision>
  <dcterms:created xsi:type="dcterms:W3CDTF">2026-03-31T07:18:42Z</dcterms:created>
  <dcterms:modified xsi:type="dcterms:W3CDTF">2026-03-31T08:46:08Z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0x010100B8615BE51D60BA44B86811C5F608C49E</vt:lpwstr>
  </property>
</Properties>
</file>