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</p:sldMasterIdLst>
  <p:notesMasterIdLst>
    <p:notesMasterId r:id="rId20"/>
  </p:notesMasterIdLst>
  <p:sldIdLst>
    <p:sldId id="288" r:id="rId3"/>
    <p:sldId id="281" r:id="rId4"/>
    <p:sldId id="318" r:id="rId5"/>
    <p:sldId id="286" r:id="rId6"/>
    <p:sldId id="270" r:id="rId7"/>
    <p:sldId id="324" r:id="rId8"/>
    <p:sldId id="319" r:id="rId9"/>
    <p:sldId id="320" r:id="rId10"/>
    <p:sldId id="321" r:id="rId11"/>
    <p:sldId id="263" r:id="rId12"/>
    <p:sldId id="264" r:id="rId13"/>
    <p:sldId id="291" r:id="rId14"/>
    <p:sldId id="292" r:id="rId15"/>
    <p:sldId id="278" r:id="rId16"/>
    <p:sldId id="322" r:id="rId17"/>
    <p:sldId id="279" r:id="rId18"/>
    <p:sldId id="313" r:id="rId19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C9EBC"/>
    <a:srgbClr val="663996"/>
    <a:srgbClr val="F6851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89"/>
    <p:restoredTop sz="94694"/>
  </p:normalViewPr>
  <p:slideViewPr>
    <p:cSldViewPr snapToGrid="0">
      <p:cViewPr varScale="1">
        <p:scale>
          <a:sx n="121" d="100"/>
          <a:sy n="121" d="100"/>
        </p:scale>
        <p:origin x="2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655A1B-BB54-604D-8D2B-FCF47459EE9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FA9B78B3-71F1-684C-B64A-1C9B9E366FED}">
      <dgm:prSet phldrT="[Text]" custT="1"/>
      <dgm:spPr/>
      <dgm:t>
        <a:bodyPr/>
        <a:lstStyle/>
        <a:p>
          <a:r>
            <a:rPr lang="en-GB" sz="2000" b="0" i="0" dirty="0">
              <a:latin typeface="Roboto Medium" panose="02000000000000000000" pitchFamily="2" charset="0"/>
              <a:ea typeface="Roboto Medium" panose="02000000000000000000" pitchFamily="2" charset="0"/>
            </a:rPr>
            <a:t>21/3</a:t>
          </a:r>
        </a:p>
        <a:p>
          <a:r>
            <a:rPr lang="en-GB" sz="2000" b="0" i="0" dirty="0">
              <a:latin typeface="Roboto Light" panose="02000000000000000000" pitchFamily="2" charset="0"/>
              <a:ea typeface="Roboto Light" panose="02000000000000000000" pitchFamily="2" charset="0"/>
            </a:rPr>
            <a:t>Trial meeting</a:t>
          </a:r>
        </a:p>
      </dgm:t>
    </dgm:pt>
    <dgm:pt modelId="{B7AA76F3-0F4D-204D-94FB-D3DEB55AE9E0}" type="parTrans" cxnId="{9BECB987-9FE7-5247-89F9-D903229C0B28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99A36DED-AF2B-1B4D-BFFC-6FE173D5E7E9}" type="sibTrans" cxnId="{9BECB987-9FE7-5247-89F9-D903229C0B28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060FA03C-3F1E-BA4F-91B4-E991A9E0A8D6}">
      <dgm:prSet phldrT="[Text]" custT="1"/>
      <dgm:spPr/>
      <dgm:t>
        <a:bodyPr/>
        <a:lstStyle/>
        <a:p>
          <a:r>
            <a:rPr lang="en-GB" sz="2000" b="0" i="0" dirty="0">
              <a:latin typeface="Roboto Medium" panose="02000000000000000000" pitchFamily="2" charset="0"/>
              <a:ea typeface="Roboto Medium" panose="02000000000000000000" pitchFamily="2" charset="0"/>
            </a:rPr>
            <a:t>27/4-1/5</a:t>
          </a:r>
        </a:p>
        <a:p>
          <a:r>
            <a:rPr lang="en-GB" sz="2000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3 CRC training including ATLS-adherence</a:t>
          </a:r>
        </a:p>
      </dgm:t>
    </dgm:pt>
    <dgm:pt modelId="{CA0A9A99-03B4-EB43-8ED5-2A49DE195A8A}" type="parTrans" cxnId="{DADEDA8F-CD52-7649-BC35-48C78B1CD500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CFC6BC1B-BEBB-864E-9E71-7ECBCA586F49}" type="sibTrans" cxnId="{DADEDA8F-CD52-7649-BC35-48C78B1CD500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810F06B3-6862-B54F-90A4-D01629B293EF}">
      <dgm:prSet phldrT="[Text]" custT="1"/>
      <dgm:spPr/>
      <dgm:t>
        <a:bodyPr/>
        <a:lstStyle/>
        <a:p>
          <a:r>
            <a:rPr lang="en-GB" sz="2000" b="0" i="0" dirty="0">
              <a:latin typeface="Roboto Medium" panose="02000000000000000000" pitchFamily="2" charset="0"/>
              <a:ea typeface="Roboto Medium" panose="02000000000000000000" pitchFamily="2" charset="0"/>
            </a:rPr>
            <a:t>4/5-15/5</a:t>
          </a:r>
        </a:p>
        <a:p>
          <a:r>
            <a:rPr lang="en-GB" sz="2000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3 pilot data collection</a:t>
          </a:r>
        </a:p>
      </dgm:t>
    </dgm:pt>
    <dgm:pt modelId="{5D1D1CC5-1D36-184A-B51F-32C3123DF1E3}" type="parTrans" cxnId="{53065DA4-CB18-FC4E-A9D9-E19E80076165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21C9ACD4-4C60-D042-AC27-1DD73117113C}" type="sibTrans" cxnId="{53065DA4-CB18-FC4E-A9D9-E19E80076165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35575C46-D1DC-C04D-B571-C0824FF064F7}">
      <dgm:prSet phldrT="[Text]" custT="1"/>
      <dgm:spPr/>
      <dgm:t>
        <a:bodyPr/>
        <a:lstStyle/>
        <a:p>
          <a:r>
            <a:rPr lang="en-GB" sz="2000" b="0" i="0" dirty="0">
              <a:latin typeface="Roboto Medium" panose="02000000000000000000" pitchFamily="2" charset="0"/>
              <a:ea typeface="Roboto Medium" panose="02000000000000000000" pitchFamily="2" charset="0"/>
            </a:rPr>
            <a:t>18/5</a:t>
          </a:r>
        </a:p>
        <a:p>
          <a:r>
            <a:rPr lang="en-GB" sz="2000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3 trial start</a:t>
          </a:r>
        </a:p>
      </dgm:t>
    </dgm:pt>
    <dgm:pt modelId="{7737C445-ED0D-E544-B38E-CDA67CD547B6}" type="parTrans" cxnId="{85E60AA1-A094-874F-8F99-4366B146AF0E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DA80B162-5220-0F42-AD8A-1C1272426E98}" type="sibTrans" cxnId="{85E60AA1-A094-874F-8F99-4366B146AF0E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48952CA5-824D-A94B-AF7A-9AE8498FCD1E}">
      <dgm:prSet phldrT="[Text]" custT="1"/>
      <dgm:spPr/>
      <dgm:t>
        <a:bodyPr/>
        <a:lstStyle/>
        <a:p>
          <a:r>
            <a:rPr lang="en-GB" sz="2000" b="0" i="0" dirty="0">
              <a:latin typeface="Roboto Medium" panose="02000000000000000000" pitchFamily="2" charset="0"/>
              <a:ea typeface="Roboto Medium" panose="02000000000000000000" pitchFamily="2" charset="0"/>
            </a:rPr>
            <a:t>31/3</a:t>
          </a:r>
        </a:p>
        <a:p>
          <a:r>
            <a:rPr lang="en-GB" sz="2000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1 stops including participants</a:t>
          </a:r>
        </a:p>
      </dgm:t>
    </dgm:pt>
    <dgm:pt modelId="{F7BB99C4-B611-4149-AC30-E34390699AC0}" type="parTrans" cxnId="{ACFCD3C3-7A2C-9C43-A1E0-B5106AACE506}">
      <dgm:prSet/>
      <dgm:spPr/>
      <dgm:t>
        <a:bodyPr/>
        <a:lstStyle/>
        <a:p>
          <a:endParaRPr lang="en-GB"/>
        </a:p>
      </dgm:t>
    </dgm:pt>
    <dgm:pt modelId="{C9AAF501-423F-3040-9B07-B96C0E8E3407}" type="sibTrans" cxnId="{ACFCD3C3-7A2C-9C43-A1E0-B5106AACE506}">
      <dgm:prSet/>
      <dgm:spPr/>
      <dgm:t>
        <a:bodyPr/>
        <a:lstStyle/>
        <a:p>
          <a:endParaRPr lang="en-GB"/>
        </a:p>
      </dgm:t>
    </dgm:pt>
    <dgm:pt modelId="{01CB8765-1E70-A140-8926-AA9EB609D0A5}" type="pres">
      <dgm:prSet presAssocID="{4E655A1B-BB54-604D-8D2B-FCF47459EE9C}" presName="Name0" presStyleCnt="0">
        <dgm:presLayoutVars>
          <dgm:dir/>
          <dgm:resizeHandles val="exact"/>
        </dgm:presLayoutVars>
      </dgm:prSet>
      <dgm:spPr/>
    </dgm:pt>
    <dgm:pt modelId="{3FDA167D-4A28-4F46-8472-BAD8C5AF6694}" type="pres">
      <dgm:prSet presAssocID="{4E655A1B-BB54-604D-8D2B-FCF47459EE9C}" presName="arrow" presStyleLbl="bgShp" presStyleIdx="0" presStyleCnt="1" custScaleY="20577"/>
      <dgm:spPr>
        <a:solidFill>
          <a:schemeClr val="accent1">
            <a:lumMod val="20000"/>
            <a:lumOff val="80000"/>
          </a:schemeClr>
        </a:solidFill>
      </dgm:spPr>
    </dgm:pt>
    <dgm:pt modelId="{752B2DA8-43A8-7E4A-82E5-46F48574B758}" type="pres">
      <dgm:prSet presAssocID="{4E655A1B-BB54-604D-8D2B-FCF47459EE9C}" presName="points" presStyleCnt="0"/>
      <dgm:spPr/>
    </dgm:pt>
    <dgm:pt modelId="{CECE78A9-B15F-4F4E-85B9-DBD9BD9C6D58}" type="pres">
      <dgm:prSet presAssocID="{FA9B78B3-71F1-684C-B64A-1C9B9E366FED}" presName="compositeA" presStyleCnt="0"/>
      <dgm:spPr/>
    </dgm:pt>
    <dgm:pt modelId="{18F6AF47-78A7-E94B-8684-2AFEEA1A3543}" type="pres">
      <dgm:prSet presAssocID="{FA9B78B3-71F1-684C-B64A-1C9B9E366FED}" presName="textA" presStyleLbl="revTx" presStyleIdx="0" presStyleCnt="5">
        <dgm:presLayoutVars>
          <dgm:bulletEnabled val="1"/>
        </dgm:presLayoutVars>
      </dgm:prSet>
      <dgm:spPr/>
    </dgm:pt>
    <dgm:pt modelId="{426E2016-6F6D-FA48-916A-42356249765E}" type="pres">
      <dgm:prSet presAssocID="{FA9B78B3-71F1-684C-B64A-1C9B9E366FED}" presName="circleA" presStyleLbl="node1" presStyleIdx="0" presStyleCnt="5"/>
      <dgm:spPr/>
    </dgm:pt>
    <dgm:pt modelId="{027AD21C-AC8A-B14A-9E40-70871F9A1E35}" type="pres">
      <dgm:prSet presAssocID="{FA9B78B3-71F1-684C-B64A-1C9B9E366FED}" presName="spaceA" presStyleCnt="0"/>
      <dgm:spPr/>
    </dgm:pt>
    <dgm:pt modelId="{870A3C58-348B-E14E-9860-81572ECE9C66}" type="pres">
      <dgm:prSet presAssocID="{99A36DED-AF2B-1B4D-BFFC-6FE173D5E7E9}" presName="space" presStyleCnt="0"/>
      <dgm:spPr/>
    </dgm:pt>
    <dgm:pt modelId="{0F7EFD0B-DDB8-A144-A2DE-1C41EEA93221}" type="pres">
      <dgm:prSet presAssocID="{48952CA5-824D-A94B-AF7A-9AE8498FCD1E}" presName="compositeB" presStyleCnt="0"/>
      <dgm:spPr/>
    </dgm:pt>
    <dgm:pt modelId="{C329461D-EC9F-2341-8A65-93CE89F26939}" type="pres">
      <dgm:prSet presAssocID="{48952CA5-824D-A94B-AF7A-9AE8498FCD1E}" presName="textB" presStyleLbl="revTx" presStyleIdx="1" presStyleCnt="5">
        <dgm:presLayoutVars>
          <dgm:bulletEnabled val="1"/>
        </dgm:presLayoutVars>
      </dgm:prSet>
      <dgm:spPr/>
    </dgm:pt>
    <dgm:pt modelId="{17897370-63EE-7A43-AC6E-12BE0BEE6B3D}" type="pres">
      <dgm:prSet presAssocID="{48952CA5-824D-A94B-AF7A-9AE8498FCD1E}" presName="circleB" presStyleLbl="node1" presStyleIdx="1" presStyleCnt="5"/>
      <dgm:spPr/>
    </dgm:pt>
    <dgm:pt modelId="{17C626CC-9F70-D84B-AF9F-0DBF3AC61638}" type="pres">
      <dgm:prSet presAssocID="{48952CA5-824D-A94B-AF7A-9AE8498FCD1E}" presName="spaceB" presStyleCnt="0"/>
      <dgm:spPr/>
    </dgm:pt>
    <dgm:pt modelId="{F627AF96-9F64-5143-B00E-7D306FDF144A}" type="pres">
      <dgm:prSet presAssocID="{C9AAF501-423F-3040-9B07-B96C0E8E3407}" presName="space" presStyleCnt="0"/>
      <dgm:spPr/>
    </dgm:pt>
    <dgm:pt modelId="{F12C24FD-FA46-874B-A6A7-95C581218401}" type="pres">
      <dgm:prSet presAssocID="{060FA03C-3F1E-BA4F-91B4-E991A9E0A8D6}" presName="compositeA" presStyleCnt="0"/>
      <dgm:spPr/>
    </dgm:pt>
    <dgm:pt modelId="{8775E6EF-90A1-7A44-B3DC-212EF6F27E27}" type="pres">
      <dgm:prSet presAssocID="{060FA03C-3F1E-BA4F-91B4-E991A9E0A8D6}" presName="textA" presStyleLbl="revTx" presStyleIdx="2" presStyleCnt="5">
        <dgm:presLayoutVars>
          <dgm:bulletEnabled val="1"/>
        </dgm:presLayoutVars>
      </dgm:prSet>
      <dgm:spPr/>
    </dgm:pt>
    <dgm:pt modelId="{CB5CFE96-C28C-9944-B91A-922FBCBD8A75}" type="pres">
      <dgm:prSet presAssocID="{060FA03C-3F1E-BA4F-91B4-E991A9E0A8D6}" presName="circleA" presStyleLbl="node1" presStyleIdx="2" presStyleCnt="5"/>
      <dgm:spPr/>
    </dgm:pt>
    <dgm:pt modelId="{376FA117-470C-3946-9AF5-7522592CED9F}" type="pres">
      <dgm:prSet presAssocID="{060FA03C-3F1E-BA4F-91B4-E991A9E0A8D6}" presName="spaceA" presStyleCnt="0"/>
      <dgm:spPr/>
    </dgm:pt>
    <dgm:pt modelId="{8FF99664-8EC3-9640-8C8D-0533430F36DF}" type="pres">
      <dgm:prSet presAssocID="{CFC6BC1B-BEBB-864E-9E71-7ECBCA586F49}" presName="space" presStyleCnt="0"/>
      <dgm:spPr/>
    </dgm:pt>
    <dgm:pt modelId="{7BE4B8B2-EDB3-0F4E-A4C1-F717E2B0D569}" type="pres">
      <dgm:prSet presAssocID="{810F06B3-6862-B54F-90A4-D01629B293EF}" presName="compositeB" presStyleCnt="0"/>
      <dgm:spPr/>
    </dgm:pt>
    <dgm:pt modelId="{9E12C77A-A44E-554E-AD27-D63B3D117714}" type="pres">
      <dgm:prSet presAssocID="{810F06B3-6862-B54F-90A4-D01629B293EF}" presName="textB" presStyleLbl="revTx" presStyleIdx="3" presStyleCnt="5">
        <dgm:presLayoutVars>
          <dgm:bulletEnabled val="1"/>
        </dgm:presLayoutVars>
      </dgm:prSet>
      <dgm:spPr/>
    </dgm:pt>
    <dgm:pt modelId="{8AB4C221-B60F-AC43-9593-7710C25C6AC9}" type="pres">
      <dgm:prSet presAssocID="{810F06B3-6862-B54F-90A4-D01629B293EF}" presName="circleB" presStyleLbl="node1" presStyleIdx="3" presStyleCnt="5"/>
      <dgm:spPr/>
    </dgm:pt>
    <dgm:pt modelId="{93A3D611-9B35-8C41-A0B0-DE840BE28C52}" type="pres">
      <dgm:prSet presAssocID="{810F06B3-6862-B54F-90A4-D01629B293EF}" presName="spaceB" presStyleCnt="0"/>
      <dgm:spPr/>
    </dgm:pt>
    <dgm:pt modelId="{1636B83D-3C1E-4145-9496-EF4E1AD617E9}" type="pres">
      <dgm:prSet presAssocID="{21C9ACD4-4C60-D042-AC27-1DD73117113C}" presName="space" presStyleCnt="0"/>
      <dgm:spPr/>
    </dgm:pt>
    <dgm:pt modelId="{DD53E380-AA15-A84C-9CB6-54A2C6715D54}" type="pres">
      <dgm:prSet presAssocID="{35575C46-D1DC-C04D-B571-C0824FF064F7}" presName="compositeA" presStyleCnt="0"/>
      <dgm:spPr/>
    </dgm:pt>
    <dgm:pt modelId="{A8C073C7-C704-3E44-A9B9-4054B061F96C}" type="pres">
      <dgm:prSet presAssocID="{35575C46-D1DC-C04D-B571-C0824FF064F7}" presName="textA" presStyleLbl="revTx" presStyleIdx="4" presStyleCnt="5">
        <dgm:presLayoutVars>
          <dgm:bulletEnabled val="1"/>
        </dgm:presLayoutVars>
      </dgm:prSet>
      <dgm:spPr/>
    </dgm:pt>
    <dgm:pt modelId="{CF9DE6F3-3B39-814C-B803-48991C232BCE}" type="pres">
      <dgm:prSet presAssocID="{35575C46-D1DC-C04D-B571-C0824FF064F7}" presName="circleA" presStyleLbl="node1" presStyleIdx="4" presStyleCnt="5"/>
      <dgm:spPr/>
    </dgm:pt>
    <dgm:pt modelId="{F4AA53F3-9D7D-3940-A126-D85915800B4F}" type="pres">
      <dgm:prSet presAssocID="{35575C46-D1DC-C04D-B571-C0824FF064F7}" presName="spaceA" presStyleCnt="0"/>
      <dgm:spPr/>
    </dgm:pt>
  </dgm:ptLst>
  <dgm:cxnLst>
    <dgm:cxn modelId="{1E655624-63EE-B34E-AFCD-E924137F7E93}" type="presOf" srcId="{FA9B78B3-71F1-684C-B64A-1C9B9E366FED}" destId="{18F6AF47-78A7-E94B-8684-2AFEEA1A3543}" srcOrd="0" destOrd="0" presId="urn:microsoft.com/office/officeart/2005/8/layout/hProcess11"/>
    <dgm:cxn modelId="{A6358344-6F2F-D74D-A067-AFA02C696598}" type="presOf" srcId="{810F06B3-6862-B54F-90A4-D01629B293EF}" destId="{9E12C77A-A44E-554E-AD27-D63B3D117714}" srcOrd="0" destOrd="0" presId="urn:microsoft.com/office/officeart/2005/8/layout/hProcess11"/>
    <dgm:cxn modelId="{76AE404D-F744-0E41-8FA1-BC08B3B53AC1}" type="presOf" srcId="{35575C46-D1DC-C04D-B571-C0824FF064F7}" destId="{A8C073C7-C704-3E44-A9B9-4054B061F96C}" srcOrd="0" destOrd="0" presId="urn:microsoft.com/office/officeart/2005/8/layout/hProcess11"/>
    <dgm:cxn modelId="{9BECB987-9FE7-5247-89F9-D903229C0B28}" srcId="{4E655A1B-BB54-604D-8D2B-FCF47459EE9C}" destId="{FA9B78B3-71F1-684C-B64A-1C9B9E366FED}" srcOrd="0" destOrd="0" parTransId="{B7AA76F3-0F4D-204D-94FB-D3DEB55AE9E0}" sibTransId="{99A36DED-AF2B-1B4D-BFFC-6FE173D5E7E9}"/>
    <dgm:cxn modelId="{DADEDA8F-CD52-7649-BC35-48C78B1CD500}" srcId="{4E655A1B-BB54-604D-8D2B-FCF47459EE9C}" destId="{060FA03C-3F1E-BA4F-91B4-E991A9E0A8D6}" srcOrd="2" destOrd="0" parTransId="{CA0A9A99-03B4-EB43-8ED5-2A49DE195A8A}" sibTransId="{CFC6BC1B-BEBB-864E-9E71-7ECBCA586F49}"/>
    <dgm:cxn modelId="{85E60AA1-A094-874F-8F99-4366B146AF0E}" srcId="{4E655A1B-BB54-604D-8D2B-FCF47459EE9C}" destId="{35575C46-D1DC-C04D-B571-C0824FF064F7}" srcOrd="4" destOrd="0" parTransId="{7737C445-ED0D-E544-B38E-CDA67CD547B6}" sibTransId="{DA80B162-5220-0F42-AD8A-1C1272426E98}"/>
    <dgm:cxn modelId="{53065DA4-CB18-FC4E-A9D9-E19E80076165}" srcId="{4E655A1B-BB54-604D-8D2B-FCF47459EE9C}" destId="{810F06B3-6862-B54F-90A4-D01629B293EF}" srcOrd="3" destOrd="0" parTransId="{5D1D1CC5-1D36-184A-B51F-32C3123DF1E3}" sibTransId="{21C9ACD4-4C60-D042-AC27-1DD73117113C}"/>
    <dgm:cxn modelId="{8F05C0AD-AB61-D242-BE32-AC4124C87EB0}" type="presOf" srcId="{4E655A1B-BB54-604D-8D2B-FCF47459EE9C}" destId="{01CB8765-1E70-A140-8926-AA9EB609D0A5}" srcOrd="0" destOrd="0" presId="urn:microsoft.com/office/officeart/2005/8/layout/hProcess11"/>
    <dgm:cxn modelId="{5E326DB0-0552-1E43-8928-A08A14EB94F7}" type="presOf" srcId="{48952CA5-824D-A94B-AF7A-9AE8498FCD1E}" destId="{C329461D-EC9F-2341-8A65-93CE89F26939}" srcOrd="0" destOrd="0" presId="urn:microsoft.com/office/officeart/2005/8/layout/hProcess11"/>
    <dgm:cxn modelId="{ACFCD3C3-7A2C-9C43-A1E0-B5106AACE506}" srcId="{4E655A1B-BB54-604D-8D2B-FCF47459EE9C}" destId="{48952CA5-824D-A94B-AF7A-9AE8498FCD1E}" srcOrd="1" destOrd="0" parTransId="{F7BB99C4-B611-4149-AC30-E34390699AC0}" sibTransId="{C9AAF501-423F-3040-9B07-B96C0E8E3407}"/>
    <dgm:cxn modelId="{F38F4BEB-8862-DC43-A4D9-0321698AECBA}" type="presOf" srcId="{060FA03C-3F1E-BA4F-91B4-E991A9E0A8D6}" destId="{8775E6EF-90A1-7A44-B3DC-212EF6F27E27}" srcOrd="0" destOrd="0" presId="urn:microsoft.com/office/officeart/2005/8/layout/hProcess11"/>
    <dgm:cxn modelId="{4E41ADDE-2CBB-F843-8204-685DAA949814}" type="presParOf" srcId="{01CB8765-1E70-A140-8926-AA9EB609D0A5}" destId="{3FDA167D-4A28-4F46-8472-BAD8C5AF6694}" srcOrd="0" destOrd="0" presId="urn:microsoft.com/office/officeart/2005/8/layout/hProcess11"/>
    <dgm:cxn modelId="{7F639D1D-4757-D841-A461-FDC4F4E07C40}" type="presParOf" srcId="{01CB8765-1E70-A140-8926-AA9EB609D0A5}" destId="{752B2DA8-43A8-7E4A-82E5-46F48574B758}" srcOrd="1" destOrd="0" presId="urn:microsoft.com/office/officeart/2005/8/layout/hProcess11"/>
    <dgm:cxn modelId="{2431FFAF-A2DA-DA44-8CC5-4882E179A2A1}" type="presParOf" srcId="{752B2DA8-43A8-7E4A-82E5-46F48574B758}" destId="{CECE78A9-B15F-4F4E-85B9-DBD9BD9C6D58}" srcOrd="0" destOrd="0" presId="urn:microsoft.com/office/officeart/2005/8/layout/hProcess11"/>
    <dgm:cxn modelId="{0BC7A374-AAED-2D4C-B1D0-5410A6466D0C}" type="presParOf" srcId="{CECE78A9-B15F-4F4E-85B9-DBD9BD9C6D58}" destId="{18F6AF47-78A7-E94B-8684-2AFEEA1A3543}" srcOrd="0" destOrd="0" presId="urn:microsoft.com/office/officeart/2005/8/layout/hProcess11"/>
    <dgm:cxn modelId="{3CAA348C-799F-0E4C-AC2A-FE50353DCC47}" type="presParOf" srcId="{CECE78A9-B15F-4F4E-85B9-DBD9BD9C6D58}" destId="{426E2016-6F6D-FA48-916A-42356249765E}" srcOrd="1" destOrd="0" presId="urn:microsoft.com/office/officeart/2005/8/layout/hProcess11"/>
    <dgm:cxn modelId="{6A058A93-CB67-EA47-9B61-B3DD6791377D}" type="presParOf" srcId="{CECE78A9-B15F-4F4E-85B9-DBD9BD9C6D58}" destId="{027AD21C-AC8A-B14A-9E40-70871F9A1E35}" srcOrd="2" destOrd="0" presId="urn:microsoft.com/office/officeart/2005/8/layout/hProcess11"/>
    <dgm:cxn modelId="{1AFCDCEA-DFAC-D64C-9B5C-579D37BD09F6}" type="presParOf" srcId="{752B2DA8-43A8-7E4A-82E5-46F48574B758}" destId="{870A3C58-348B-E14E-9860-81572ECE9C66}" srcOrd="1" destOrd="0" presId="urn:microsoft.com/office/officeart/2005/8/layout/hProcess11"/>
    <dgm:cxn modelId="{16518B34-8400-8E49-BA2A-831F0019E71A}" type="presParOf" srcId="{752B2DA8-43A8-7E4A-82E5-46F48574B758}" destId="{0F7EFD0B-DDB8-A144-A2DE-1C41EEA93221}" srcOrd="2" destOrd="0" presId="urn:microsoft.com/office/officeart/2005/8/layout/hProcess11"/>
    <dgm:cxn modelId="{6F1162A0-00BD-3B41-A875-11FFADC70D88}" type="presParOf" srcId="{0F7EFD0B-DDB8-A144-A2DE-1C41EEA93221}" destId="{C329461D-EC9F-2341-8A65-93CE89F26939}" srcOrd="0" destOrd="0" presId="urn:microsoft.com/office/officeart/2005/8/layout/hProcess11"/>
    <dgm:cxn modelId="{9A8D3D14-6F77-8341-B6C9-BAF1E64D9C7F}" type="presParOf" srcId="{0F7EFD0B-DDB8-A144-A2DE-1C41EEA93221}" destId="{17897370-63EE-7A43-AC6E-12BE0BEE6B3D}" srcOrd="1" destOrd="0" presId="urn:microsoft.com/office/officeart/2005/8/layout/hProcess11"/>
    <dgm:cxn modelId="{700BEC0E-F9AD-0342-8D76-193F157BCD84}" type="presParOf" srcId="{0F7EFD0B-DDB8-A144-A2DE-1C41EEA93221}" destId="{17C626CC-9F70-D84B-AF9F-0DBF3AC61638}" srcOrd="2" destOrd="0" presId="urn:microsoft.com/office/officeart/2005/8/layout/hProcess11"/>
    <dgm:cxn modelId="{0C70908B-5583-2147-B129-A5EBA05C3BCF}" type="presParOf" srcId="{752B2DA8-43A8-7E4A-82E5-46F48574B758}" destId="{F627AF96-9F64-5143-B00E-7D306FDF144A}" srcOrd="3" destOrd="0" presId="urn:microsoft.com/office/officeart/2005/8/layout/hProcess11"/>
    <dgm:cxn modelId="{6765044A-38EC-374E-BDD7-990121B5BEA8}" type="presParOf" srcId="{752B2DA8-43A8-7E4A-82E5-46F48574B758}" destId="{F12C24FD-FA46-874B-A6A7-95C581218401}" srcOrd="4" destOrd="0" presId="urn:microsoft.com/office/officeart/2005/8/layout/hProcess11"/>
    <dgm:cxn modelId="{B47A55FF-BA21-A14D-99A6-6F987C9CEDB2}" type="presParOf" srcId="{F12C24FD-FA46-874B-A6A7-95C581218401}" destId="{8775E6EF-90A1-7A44-B3DC-212EF6F27E27}" srcOrd="0" destOrd="0" presId="urn:microsoft.com/office/officeart/2005/8/layout/hProcess11"/>
    <dgm:cxn modelId="{B9719849-BE1C-7E4A-B5C6-40EAB7B70A56}" type="presParOf" srcId="{F12C24FD-FA46-874B-A6A7-95C581218401}" destId="{CB5CFE96-C28C-9944-B91A-922FBCBD8A75}" srcOrd="1" destOrd="0" presId="urn:microsoft.com/office/officeart/2005/8/layout/hProcess11"/>
    <dgm:cxn modelId="{5CE02630-3048-D94E-933C-0F8828C526E8}" type="presParOf" srcId="{F12C24FD-FA46-874B-A6A7-95C581218401}" destId="{376FA117-470C-3946-9AF5-7522592CED9F}" srcOrd="2" destOrd="0" presId="urn:microsoft.com/office/officeart/2005/8/layout/hProcess11"/>
    <dgm:cxn modelId="{0EABA898-19A3-7341-9C46-A8B56C784553}" type="presParOf" srcId="{752B2DA8-43A8-7E4A-82E5-46F48574B758}" destId="{8FF99664-8EC3-9640-8C8D-0533430F36DF}" srcOrd="5" destOrd="0" presId="urn:microsoft.com/office/officeart/2005/8/layout/hProcess11"/>
    <dgm:cxn modelId="{6BB6CA91-04FE-B441-93BF-E4E9C3FF7D1C}" type="presParOf" srcId="{752B2DA8-43A8-7E4A-82E5-46F48574B758}" destId="{7BE4B8B2-EDB3-0F4E-A4C1-F717E2B0D569}" srcOrd="6" destOrd="0" presId="urn:microsoft.com/office/officeart/2005/8/layout/hProcess11"/>
    <dgm:cxn modelId="{70B199BB-AAC1-1041-B417-A7BE35B96838}" type="presParOf" srcId="{7BE4B8B2-EDB3-0F4E-A4C1-F717E2B0D569}" destId="{9E12C77A-A44E-554E-AD27-D63B3D117714}" srcOrd="0" destOrd="0" presId="urn:microsoft.com/office/officeart/2005/8/layout/hProcess11"/>
    <dgm:cxn modelId="{AEEECA82-AFDD-8245-9DC9-0A8AD52C2E80}" type="presParOf" srcId="{7BE4B8B2-EDB3-0F4E-A4C1-F717E2B0D569}" destId="{8AB4C221-B60F-AC43-9593-7710C25C6AC9}" srcOrd="1" destOrd="0" presId="urn:microsoft.com/office/officeart/2005/8/layout/hProcess11"/>
    <dgm:cxn modelId="{9B3446E2-5C4A-5B40-A4E0-C8535039B79C}" type="presParOf" srcId="{7BE4B8B2-EDB3-0F4E-A4C1-F717E2B0D569}" destId="{93A3D611-9B35-8C41-A0B0-DE840BE28C52}" srcOrd="2" destOrd="0" presId="urn:microsoft.com/office/officeart/2005/8/layout/hProcess11"/>
    <dgm:cxn modelId="{CD259FF3-5C5A-264C-A70B-BCD3148BF1D6}" type="presParOf" srcId="{752B2DA8-43A8-7E4A-82E5-46F48574B758}" destId="{1636B83D-3C1E-4145-9496-EF4E1AD617E9}" srcOrd="7" destOrd="0" presId="urn:microsoft.com/office/officeart/2005/8/layout/hProcess11"/>
    <dgm:cxn modelId="{B6DC4617-A662-C04E-BEAF-6A6E65061E79}" type="presParOf" srcId="{752B2DA8-43A8-7E4A-82E5-46F48574B758}" destId="{DD53E380-AA15-A84C-9CB6-54A2C6715D54}" srcOrd="8" destOrd="0" presId="urn:microsoft.com/office/officeart/2005/8/layout/hProcess11"/>
    <dgm:cxn modelId="{6E6D4BED-052F-9C48-BF30-2FEB2EE63221}" type="presParOf" srcId="{DD53E380-AA15-A84C-9CB6-54A2C6715D54}" destId="{A8C073C7-C704-3E44-A9B9-4054B061F96C}" srcOrd="0" destOrd="0" presId="urn:microsoft.com/office/officeart/2005/8/layout/hProcess11"/>
    <dgm:cxn modelId="{C0742412-B483-604B-BF9D-236ECC0DFB28}" type="presParOf" srcId="{DD53E380-AA15-A84C-9CB6-54A2C6715D54}" destId="{CF9DE6F3-3B39-814C-B803-48991C232BCE}" srcOrd="1" destOrd="0" presId="urn:microsoft.com/office/officeart/2005/8/layout/hProcess11"/>
    <dgm:cxn modelId="{6882163C-2254-BB44-87DD-F65AEB12ABBC}" type="presParOf" srcId="{DD53E380-AA15-A84C-9CB6-54A2C6715D54}" destId="{F4AA53F3-9D7D-3940-A126-D85915800B4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655A1B-BB54-604D-8D2B-FCF47459EE9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141CC174-6603-4C49-B299-8A92A75DA687}">
      <dgm:prSet phldrT="[Text]"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July</a:t>
          </a:r>
        </a:p>
        <a:p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2, 3</a:t>
          </a:r>
          <a:r>
            <a:rPr lang="en-GB" b="0" i="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rd</a:t>
          </a:r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gm:t>
    </dgm:pt>
    <dgm:pt modelId="{D6E004D1-5848-6843-B209-10DC5D019992}" type="parTrans" cxnId="{049674B8-F2CA-544B-87D0-464106CBA567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8B083979-44EC-8948-82C2-B2C5233AD247}" type="sibTrans" cxnId="{049674B8-F2CA-544B-87D0-464106CBA567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F95457CF-3DBE-344F-8B26-B3774D12FEE3}">
      <dgm:prSet phldrT="[Text]"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June</a:t>
          </a:r>
        </a:p>
      </dgm:t>
    </dgm:pt>
    <dgm:pt modelId="{A6D99361-82F0-4B42-83EB-452FD91BCB49}" type="parTrans" cxnId="{33389E49-AD14-F54B-BA12-76B1F77A7DBA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76CF3BE9-F302-1D44-810F-FD40BAC8487F}" type="sibTrans" cxnId="{33389E49-AD14-F54B-BA12-76B1F77A7DBA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778B4840-37F0-054B-968A-3464CE4B0B73}">
      <dgm:prSet phldrT="[Text]"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August</a:t>
          </a:r>
        </a:p>
        <a:p>
          <a:r>
            <a:rPr lang="en-GB" b="0" i="0" baseline="0" dirty="0">
              <a:latin typeface="Roboto Light" panose="02000000000000000000" pitchFamily="2" charset="0"/>
              <a:ea typeface="Roboto Light" panose="02000000000000000000" pitchFamily="2" charset="0"/>
            </a:rPr>
            <a:t>Batch 2, 4</a:t>
          </a:r>
          <a:r>
            <a:rPr lang="en-GB" b="0" i="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th</a:t>
          </a:r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gm:t>
    </dgm:pt>
    <dgm:pt modelId="{B1FCC9F7-1CF8-EE46-AAF2-28E20575FB23}" type="parTrans" cxnId="{AB119013-CB7F-574F-9705-574DC6767348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6BE89EDC-FD61-EF4B-A559-69C69A731E91}" type="sibTrans" cxnId="{AB119013-CB7F-574F-9705-574DC6767348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4DCC4718-BFA2-EC40-B3C5-7FC7036682E6}">
      <dgm:prSet phldrT="[Text]"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September</a:t>
          </a:r>
        </a:p>
        <a:p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2, 5</a:t>
          </a:r>
          <a:r>
            <a:rPr lang="en-GB" b="0" i="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th</a:t>
          </a:r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gm:t>
    </dgm:pt>
    <dgm:pt modelId="{E75E8442-7F42-2849-955D-02670E670FDD}" type="parTrans" cxnId="{48BAF21F-C1AC-3C4C-B0FD-5CD7566C47A5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B4E940D1-4A9C-FD48-8125-5C030DC94D83}" type="sibTrans" cxnId="{48BAF21F-C1AC-3C4C-B0FD-5CD7566C47A5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5FA4710C-6753-C54C-8E11-AFC2C62DA5CD}">
      <dgm:prSet phldrT="[Text]"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October</a:t>
          </a:r>
        </a:p>
        <a:p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3, 1</a:t>
          </a:r>
          <a:r>
            <a:rPr lang="en-GB" b="0" i="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st</a:t>
          </a:r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gm:t>
    </dgm:pt>
    <dgm:pt modelId="{A9DFB9EB-886D-CC46-A04C-F574394427ED}" type="parTrans" cxnId="{111A9357-95BC-4849-9FF1-FA974A7C8E71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BBE5C68F-350A-184E-8FF0-F6C3C23AED44}" type="sibTrans" cxnId="{111A9357-95BC-4849-9FF1-FA974A7C8E71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37D95561-5A07-8A42-AD03-2A594E38C57C}">
      <dgm:prSet phldrT="[Text]"/>
      <dgm:spPr/>
      <dgm:t>
        <a:bodyPr/>
        <a:lstStyle/>
        <a:p>
          <a:pPr algn="ctr"/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May</a:t>
          </a:r>
        </a:p>
        <a:p>
          <a:pPr algn="ctr"/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2, 1</a:t>
          </a:r>
          <a:r>
            <a:rPr lang="en-GB" b="0" i="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st</a:t>
          </a:r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  <a:endParaRPr lang="en-GB" b="0" i="0" dirty="0">
            <a:latin typeface="Roboto Medium" panose="02000000000000000000" pitchFamily="2" charset="0"/>
            <a:ea typeface="Roboto Medium" panose="02000000000000000000" pitchFamily="2" charset="0"/>
          </a:endParaRPr>
        </a:p>
      </dgm:t>
    </dgm:pt>
    <dgm:pt modelId="{9FC8DB3C-C15C-7A4D-A8C1-E6C800EA59D0}" type="parTrans" cxnId="{641BE639-6B05-D04A-92FB-6336F1BA938A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D777A15C-CA2F-8B46-937D-64FF8C86C817}" type="sibTrans" cxnId="{641BE639-6B05-D04A-92FB-6336F1BA938A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CBC438B9-F0BC-5944-B43D-82EBD1079CC4}">
      <dgm:prSet phldrT="[Text]"/>
      <dgm:spPr/>
      <dgm:t>
        <a:bodyPr/>
        <a:lstStyle/>
        <a:p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2 2</a:t>
          </a:r>
          <a:r>
            <a:rPr lang="en-GB" b="0" i="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nd</a:t>
          </a:r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 site, ATLS training</a:t>
          </a:r>
        </a:p>
      </dgm:t>
    </dgm:pt>
    <dgm:pt modelId="{2153E3A7-5D6B-B64C-BC50-48F314F23896}" type="parTrans" cxnId="{933511B0-7693-F541-BDCC-FF4CE01F6135}">
      <dgm:prSet/>
      <dgm:spPr/>
      <dgm:t>
        <a:bodyPr/>
        <a:lstStyle/>
        <a:p>
          <a:endParaRPr lang="en-GB"/>
        </a:p>
      </dgm:t>
    </dgm:pt>
    <dgm:pt modelId="{5AB8F7CE-7581-5B44-8829-94D50B81E9B7}" type="sibTrans" cxnId="{933511B0-7693-F541-BDCC-FF4CE01F6135}">
      <dgm:prSet/>
      <dgm:spPr/>
      <dgm:t>
        <a:bodyPr/>
        <a:lstStyle/>
        <a:p>
          <a:endParaRPr lang="en-GB"/>
        </a:p>
      </dgm:t>
    </dgm:pt>
    <dgm:pt modelId="{156A72D6-A1A2-A846-BA03-7A5A7AA96CEF}">
      <dgm:prSet phldrT="[Text]"/>
      <dgm:spPr/>
      <dgm:t>
        <a:bodyPr/>
        <a:lstStyle/>
        <a:p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1, end of follow up</a:t>
          </a:r>
        </a:p>
      </dgm:t>
    </dgm:pt>
    <dgm:pt modelId="{21E8E74B-8183-0442-94FB-49201EA6DB79}" type="parTrans" cxnId="{38158EEA-6A57-9842-833A-1F53D588BA00}">
      <dgm:prSet/>
      <dgm:spPr/>
      <dgm:t>
        <a:bodyPr/>
        <a:lstStyle/>
        <a:p>
          <a:endParaRPr lang="en-GB"/>
        </a:p>
      </dgm:t>
    </dgm:pt>
    <dgm:pt modelId="{A73ECD55-6A7E-464F-B339-F366A60D26F3}" type="sibTrans" cxnId="{38158EEA-6A57-9842-833A-1F53D588BA00}">
      <dgm:prSet/>
      <dgm:spPr/>
      <dgm:t>
        <a:bodyPr/>
        <a:lstStyle/>
        <a:p>
          <a:endParaRPr lang="en-GB"/>
        </a:p>
      </dgm:t>
    </dgm:pt>
    <dgm:pt modelId="{01CB8765-1E70-A140-8926-AA9EB609D0A5}" type="pres">
      <dgm:prSet presAssocID="{4E655A1B-BB54-604D-8D2B-FCF47459EE9C}" presName="Name0" presStyleCnt="0">
        <dgm:presLayoutVars>
          <dgm:dir/>
          <dgm:resizeHandles val="exact"/>
        </dgm:presLayoutVars>
      </dgm:prSet>
      <dgm:spPr/>
    </dgm:pt>
    <dgm:pt modelId="{3FDA167D-4A28-4F46-8472-BAD8C5AF6694}" type="pres">
      <dgm:prSet presAssocID="{4E655A1B-BB54-604D-8D2B-FCF47459EE9C}" presName="arrow" presStyleLbl="bgShp" presStyleIdx="0" presStyleCnt="1" custScaleY="20683" custLinFactNeighborY="-834"/>
      <dgm:spPr>
        <a:solidFill>
          <a:schemeClr val="accent1">
            <a:lumMod val="20000"/>
            <a:lumOff val="80000"/>
          </a:schemeClr>
        </a:solidFill>
      </dgm:spPr>
    </dgm:pt>
    <dgm:pt modelId="{752B2DA8-43A8-7E4A-82E5-46F48574B758}" type="pres">
      <dgm:prSet presAssocID="{4E655A1B-BB54-604D-8D2B-FCF47459EE9C}" presName="points" presStyleCnt="0"/>
      <dgm:spPr/>
    </dgm:pt>
    <dgm:pt modelId="{48413FB6-3166-AD46-952F-7BB3ECB2DD81}" type="pres">
      <dgm:prSet presAssocID="{37D95561-5A07-8A42-AD03-2A594E38C57C}" presName="compositeA" presStyleCnt="0"/>
      <dgm:spPr/>
    </dgm:pt>
    <dgm:pt modelId="{8E0B50ED-56AD-424F-9AF8-A55900C0F293}" type="pres">
      <dgm:prSet presAssocID="{37D95561-5A07-8A42-AD03-2A594E38C57C}" presName="textA" presStyleLbl="revTx" presStyleIdx="0" presStyleCnt="6">
        <dgm:presLayoutVars>
          <dgm:bulletEnabled val="1"/>
        </dgm:presLayoutVars>
      </dgm:prSet>
      <dgm:spPr/>
    </dgm:pt>
    <dgm:pt modelId="{4F9B86B3-24DB-C04B-9EEF-AAAC6078DF4C}" type="pres">
      <dgm:prSet presAssocID="{37D95561-5A07-8A42-AD03-2A594E38C57C}" presName="circleA" presStyleLbl="node1" presStyleIdx="0" presStyleCnt="6"/>
      <dgm:spPr/>
    </dgm:pt>
    <dgm:pt modelId="{FCF18F9B-C768-644D-B9DE-7CE21CD6AF8C}" type="pres">
      <dgm:prSet presAssocID="{37D95561-5A07-8A42-AD03-2A594E38C57C}" presName="spaceA" presStyleCnt="0"/>
      <dgm:spPr/>
    </dgm:pt>
    <dgm:pt modelId="{28A87A36-688D-BD49-B40A-B9FA37D72276}" type="pres">
      <dgm:prSet presAssocID="{D777A15C-CA2F-8B46-937D-64FF8C86C817}" presName="space" presStyleCnt="0"/>
      <dgm:spPr/>
    </dgm:pt>
    <dgm:pt modelId="{E45CF716-94FE-8344-8371-E4FE85AF2A7B}" type="pres">
      <dgm:prSet presAssocID="{F95457CF-3DBE-344F-8B26-B3774D12FEE3}" presName="compositeB" presStyleCnt="0"/>
      <dgm:spPr/>
    </dgm:pt>
    <dgm:pt modelId="{853BC0D3-1BC9-9C42-86EF-B92AD74241A4}" type="pres">
      <dgm:prSet presAssocID="{F95457CF-3DBE-344F-8B26-B3774D12FEE3}" presName="textB" presStyleLbl="revTx" presStyleIdx="1" presStyleCnt="6">
        <dgm:presLayoutVars>
          <dgm:bulletEnabled val="1"/>
        </dgm:presLayoutVars>
      </dgm:prSet>
      <dgm:spPr/>
    </dgm:pt>
    <dgm:pt modelId="{B3C76907-FFA1-6545-B8B9-32B458F451C2}" type="pres">
      <dgm:prSet presAssocID="{F95457CF-3DBE-344F-8B26-B3774D12FEE3}" presName="circleB" presStyleLbl="node1" presStyleIdx="1" presStyleCnt="6"/>
      <dgm:spPr/>
    </dgm:pt>
    <dgm:pt modelId="{D510BF92-2331-454B-9E50-55B8E068551C}" type="pres">
      <dgm:prSet presAssocID="{F95457CF-3DBE-344F-8B26-B3774D12FEE3}" presName="spaceB" presStyleCnt="0"/>
      <dgm:spPr/>
    </dgm:pt>
    <dgm:pt modelId="{324FF8F2-5C4F-AB45-B6F4-88973670A318}" type="pres">
      <dgm:prSet presAssocID="{76CF3BE9-F302-1D44-810F-FD40BAC8487F}" presName="space" presStyleCnt="0"/>
      <dgm:spPr/>
    </dgm:pt>
    <dgm:pt modelId="{E51675CE-D170-2F47-9BB4-909CF6414BB9}" type="pres">
      <dgm:prSet presAssocID="{141CC174-6603-4C49-B299-8A92A75DA687}" presName="compositeA" presStyleCnt="0"/>
      <dgm:spPr/>
    </dgm:pt>
    <dgm:pt modelId="{5821A55A-9E34-8541-8CE0-655D3DB7031B}" type="pres">
      <dgm:prSet presAssocID="{141CC174-6603-4C49-B299-8A92A75DA687}" presName="textA" presStyleLbl="revTx" presStyleIdx="2" presStyleCnt="6">
        <dgm:presLayoutVars>
          <dgm:bulletEnabled val="1"/>
        </dgm:presLayoutVars>
      </dgm:prSet>
      <dgm:spPr/>
    </dgm:pt>
    <dgm:pt modelId="{08F599F2-B47E-F04E-A621-AECA9CA2E64F}" type="pres">
      <dgm:prSet presAssocID="{141CC174-6603-4C49-B299-8A92A75DA687}" presName="circleA" presStyleLbl="node1" presStyleIdx="2" presStyleCnt="6"/>
      <dgm:spPr/>
    </dgm:pt>
    <dgm:pt modelId="{31D9D093-6074-A04A-92C5-7D51315752BD}" type="pres">
      <dgm:prSet presAssocID="{141CC174-6603-4C49-B299-8A92A75DA687}" presName="spaceA" presStyleCnt="0"/>
      <dgm:spPr/>
    </dgm:pt>
    <dgm:pt modelId="{2BA66789-6EED-3848-8429-8F8E56510037}" type="pres">
      <dgm:prSet presAssocID="{8B083979-44EC-8948-82C2-B2C5233AD247}" presName="space" presStyleCnt="0"/>
      <dgm:spPr/>
    </dgm:pt>
    <dgm:pt modelId="{D3362841-27A1-394A-B214-68EA814EA2BF}" type="pres">
      <dgm:prSet presAssocID="{778B4840-37F0-054B-968A-3464CE4B0B73}" presName="compositeB" presStyleCnt="0"/>
      <dgm:spPr/>
    </dgm:pt>
    <dgm:pt modelId="{8707BB23-FE3C-F342-AB58-141F1E6A9B6F}" type="pres">
      <dgm:prSet presAssocID="{778B4840-37F0-054B-968A-3464CE4B0B73}" presName="textB" presStyleLbl="revTx" presStyleIdx="3" presStyleCnt="6">
        <dgm:presLayoutVars>
          <dgm:bulletEnabled val="1"/>
        </dgm:presLayoutVars>
      </dgm:prSet>
      <dgm:spPr/>
    </dgm:pt>
    <dgm:pt modelId="{1502EFD4-BF17-DB44-979C-43F30B970BED}" type="pres">
      <dgm:prSet presAssocID="{778B4840-37F0-054B-968A-3464CE4B0B73}" presName="circleB" presStyleLbl="node1" presStyleIdx="3" presStyleCnt="6"/>
      <dgm:spPr/>
    </dgm:pt>
    <dgm:pt modelId="{4CA455EA-E923-9A4A-9FE6-EB78271D1E36}" type="pres">
      <dgm:prSet presAssocID="{778B4840-37F0-054B-968A-3464CE4B0B73}" presName="spaceB" presStyleCnt="0"/>
      <dgm:spPr/>
    </dgm:pt>
    <dgm:pt modelId="{BA9521EA-07F3-7F4B-91FA-269AFEC2A0C2}" type="pres">
      <dgm:prSet presAssocID="{6BE89EDC-FD61-EF4B-A559-69C69A731E91}" presName="space" presStyleCnt="0"/>
      <dgm:spPr/>
    </dgm:pt>
    <dgm:pt modelId="{C2BB4F37-1806-5D4A-975A-BAB5DF281C39}" type="pres">
      <dgm:prSet presAssocID="{4DCC4718-BFA2-EC40-B3C5-7FC7036682E6}" presName="compositeA" presStyleCnt="0"/>
      <dgm:spPr/>
    </dgm:pt>
    <dgm:pt modelId="{C66D6641-25CD-D742-9325-77B51F021EAD}" type="pres">
      <dgm:prSet presAssocID="{4DCC4718-BFA2-EC40-B3C5-7FC7036682E6}" presName="textA" presStyleLbl="revTx" presStyleIdx="4" presStyleCnt="6">
        <dgm:presLayoutVars>
          <dgm:bulletEnabled val="1"/>
        </dgm:presLayoutVars>
      </dgm:prSet>
      <dgm:spPr/>
    </dgm:pt>
    <dgm:pt modelId="{355E3900-8773-F54B-A952-E856D52F9130}" type="pres">
      <dgm:prSet presAssocID="{4DCC4718-BFA2-EC40-B3C5-7FC7036682E6}" presName="circleA" presStyleLbl="node1" presStyleIdx="4" presStyleCnt="6"/>
      <dgm:spPr/>
    </dgm:pt>
    <dgm:pt modelId="{0906B255-D3A3-5347-ADD3-E0747FEAA2A7}" type="pres">
      <dgm:prSet presAssocID="{4DCC4718-BFA2-EC40-B3C5-7FC7036682E6}" presName="spaceA" presStyleCnt="0"/>
      <dgm:spPr/>
    </dgm:pt>
    <dgm:pt modelId="{E367D053-EA84-D64B-A575-62A41A3560BF}" type="pres">
      <dgm:prSet presAssocID="{B4E940D1-4A9C-FD48-8125-5C030DC94D83}" presName="space" presStyleCnt="0"/>
      <dgm:spPr/>
    </dgm:pt>
    <dgm:pt modelId="{BA427E33-ADD8-1348-BBAE-C505C96D9C75}" type="pres">
      <dgm:prSet presAssocID="{5FA4710C-6753-C54C-8E11-AFC2C62DA5CD}" presName="compositeB" presStyleCnt="0"/>
      <dgm:spPr/>
    </dgm:pt>
    <dgm:pt modelId="{DDDE6307-846D-5343-8AE6-BFA105CA5931}" type="pres">
      <dgm:prSet presAssocID="{5FA4710C-6753-C54C-8E11-AFC2C62DA5CD}" presName="textB" presStyleLbl="revTx" presStyleIdx="5" presStyleCnt="6">
        <dgm:presLayoutVars>
          <dgm:bulletEnabled val="1"/>
        </dgm:presLayoutVars>
      </dgm:prSet>
      <dgm:spPr/>
    </dgm:pt>
    <dgm:pt modelId="{A5F137D7-26B5-3240-A3F2-9D07F2FC3414}" type="pres">
      <dgm:prSet presAssocID="{5FA4710C-6753-C54C-8E11-AFC2C62DA5CD}" presName="circleB" presStyleLbl="node1" presStyleIdx="5" presStyleCnt="6"/>
      <dgm:spPr/>
    </dgm:pt>
    <dgm:pt modelId="{16CAFF59-1B27-2941-B2BE-B0309F0E9CD7}" type="pres">
      <dgm:prSet presAssocID="{5FA4710C-6753-C54C-8E11-AFC2C62DA5CD}" presName="spaceB" presStyleCnt="0"/>
      <dgm:spPr/>
    </dgm:pt>
  </dgm:ptLst>
  <dgm:cxnLst>
    <dgm:cxn modelId="{AB119013-CB7F-574F-9705-574DC6767348}" srcId="{4E655A1B-BB54-604D-8D2B-FCF47459EE9C}" destId="{778B4840-37F0-054B-968A-3464CE4B0B73}" srcOrd="3" destOrd="0" parTransId="{B1FCC9F7-1CF8-EE46-AAF2-28E20575FB23}" sibTransId="{6BE89EDC-FD61-EF4B-A559-69C69A731E91}"/>
    <dgm:cxn modelId="{48BAF21F-C1AC-3C4C-B0FD-5CD7566C47A5}" srcId="{4E655A1B-BB54-604D-8D2B-FCF47459EE9C}" destId="{4DCC4718-BFA2-EC40-B3C5-7FC7036682E6}" srcOrd="4" destOrd="0" parTransId="{E75E8442-7F42-2849-955D-02670E670FDD}" sibTransId="{B4E940D1-4A9C-FD48-8125-5C030DC94D83}"/>
    <dgm:cxn modelId="{641BE639-6B05-D04A-92FB-6336F1BA938A}" srcId="{4E655A1B-BB54-604D-8D2B-FCF47459EE9C}" destId="{37D95561-5A07-8A42-AD03-2A594E38C57C}" srcOrd="0" destOrd="0" parTransId="{9FC8DB3C-C15C-7A4D-A8C1-E6C800EA59D0}" sibTransId="{D777A15C-CA2F-8B46-937D-64FF8C86C817}"/>
    <dgm:cxn modelId="{F9DA6647-03B4-E84A-BD0D-A6D362D48200}" type="presOf" srcId="{37D95561-5A07-8A42-AD03-2A594E38C57C}" destId="{8E0B50ED-56AD-424F-9AF8-A55900C0F293}" srcOrd="0" destOrd="0" presId="urn:microsoft.com/office/officeart/2005/8/layout/hProcess11"/>
    <dgm:cxn modelId="{33389E49-AD14-F54B-BA12-76B1F77A7DBA}" srcId="{4E655A1B-BB54-604D-8D2B-FCF47459EE9C}" destId="{F95457CF-3DBE-344F-8B26-B3774D12FEE3}" srcOrd="1" destOrd="0" parTransId="{A6D99361-82F0-4B42-83EB-452FD91BCB49}" sibTransId="{76CF3BE9-F302-1D44-810F-FD40BAC8487F}"/>
    <dgm:cxn modelId="{5AB1B652-3C52-9F46-B00F-8E7F003C6BB8}" type="presOf" srcId="{156A72D6-A1A2-A846-BA03-7A5A7AA96CEF}" destId="{853BC0D3-1BC9-9C42-86EF-B92AD74241A4}" srcOrd="0" destOrd="1" presId="urn:microsoft.com/office/officeart/2005/8/layout/hProcess11"/>
    <dgm:cxn modelId="{111A9357-95BC-4849-9FF1-FA974A7C8E71}" srcId="{4E655A1B-BB54-604D-8D2B-FCF47459EE9C}" destId="{5FA4710C-6753-C54C-8E11-AFC2C62DA5CD}" srcOrd="5" destOrd="0" parTransId="{A9DFB9EB-886D-CC46-A04C-F574394427ED}" sibTransId="{BBE5C68F-350A-184E-8FF0-F6C3C23AED44}"/>
    <dgm:cxn modelId="{4E1FA665-B6B1-0A45-8405-8F5CA1F9D087}" type="presOf" srcId="{778B4840-37F0-054B-968A-3464CE4B0B73}" destId="{8707BB23-FE3C-F342-AB58-141F1E6A9B6F}" srcOrd="0" destOrd="0" presId="urn:microsoft.com/office/officeart/2005/8/layout/hProcess11"/>
    <dgm:cxn modelId="{2D7CDF6E-BA14-F843-B353-33B5C855AEF8}" type="presOf" srcId="{5FA4710C-6753-C54C-8E11-AFC2C62DA5CD}" destId="{DDDE6307-846D-5343-8AE6-BFA105CA5931}" srcOrd="0" destOrd="0" presId="urn:microsoft.com/office/officeart/2005/8/layout/hProcess11"/>
    <dgm:cxn modelId="{5CBA437E-75BE-B04B-A5B0-513A3C8A16FD}" type="presOf" srcId="{4DCC4718-BFA2-EC40-B3C5-7FC7036682E6}" destId="{C66D6641-25CD-D742-9325-77B51F021EAD}" srcOrd="0" destOrd="0" presId="urn:microsoft.com/office/officeart/2005/8/layout/hProcess11"/>
    <dgm:cxn modelId="{8D784684-6EEE-BC40-A40F-3AE95E02DD85}" type="presOf" srcId="{F95457CF-3DBE-344F-8B26-B3774D12FEE3}" destId="{853BC0D3-1BC9-9C42-86EF-B92AD74241A4}" srcOrd="0" destOrd="0" presId="urn:microsoft.com/office/officeart/2005/8/layout/hProcess11"/>
    <dgm:cxn modelId="{5557EAA6-2392-5F41-973F-A28DF4D98839}" type="presOf" srcId="{CBC438B9-F0BC-5944-B43D-82EBD1079CC4}" destId="{853BC0D3-1BC9-9C42-86EF-B92AD74241A4}" srcOrd="0" destOrd="2" presId="urn:microsoft.com/office/officeart/2005/8/layout/hProcess11"/>
    <dgm:cxn modelId="{8F05C0AD-AB61-D242-BE32-AC4124C87EB0}" type="presOf" srcId="{4E655A1B-BB54-604D-8D2B-FCF47459EE9C}" destId="{01CB8765-1E70-A140-8926-AA9EB609D0A5}" srcOrd="0" destOrd="0" presId="urn:microsoft.com/office/officeart/2005/8/layout/hProcess11"/>
    <dgm:cxn modelId="{933511B0-7693-F541-BDCC-FF4CE01F6135}" srcId="{F95457CF-3DBE-344F-8B26-B3774D12FEE3}" destId="{CBC438B9-F0BC-5944-B43D-82EBD1079CC4}" srcOrd="1" destOrd="0" parTransId="{2153E3A7-5D6B-B64C-BC50-48F314F23896}" sibTransId="{5AB8F7CE-7581-5B44-8829-94D50B81E9B7}"/>
    <dgm:cxn modelId="{049674B8-F2CA-544B-87D0-464106CBA567}" srcId="{4E655A1B-BB54-604D-8D2B-FCF47459EE9C}" destId="{141CC174-6603-4C49-B299-8A92A75DA687}" srcOrd="2" destOrd="0" parTransId="{D6E004D1-5848-6843-B209-10DC5D019992}" sibTransId="{8B083979-44EC-8948-82C2-B2C5233AD247}"/>
    <dgm:cxn modelId="{38158EEA-6A57-9842-833A-1F53D588BA00}" srcId="{F95457CF-3DBE-344F-8B26-B3774D12FEE3}" destId="{156A72D6-A1A2-A846-BA03-7A5A7AA96CEF}" srcOrd="0" destOrd="0" parTransId="{21E8E74B-8183-0442-94FB-49201EA6DB79}" sibTransId="{A73ECD55-6A7E-464F-B339-F366A60D26F3}"/>
    <dgm:cxn modelId="{33C24AF6-40DE-2A4D-B579-5D71E5F35935}" type="presOf" srcId="{141CC174-6603-4C49-B299-8A92A75DA687}" destId="{5821A55A-9E34-8541-8CE0-655D3DB7031B}" srcOrd="0" destOrd="0" presId="urn:microsoft.com/office/officeart/2005/8/layout/hProcess11"/>
    <dgm:cxn modelId="{4E41ADDE-2CBB-F843-8204-685DAA949814}" type="presParOf" srcId="{01CB8765-1E70-A140-8926-AA9EB609D0A5}" destId="{3FDA167D-4A28-4F46-8472-BAD8C5AF6694}" srcOrd="0" destOrd="0" presId="urn:microsoft.com/office/officeart/2005/8/layout/hProcess11"/>
    <dgm:cxn modelId="{7F639D1D-4757-D841-A461-FDC4F4E07C40}" type="presParOf" srcId="{01CB8765-1E70-A140-8926-AA9EB609D0A5}" destId="{752B2DA8-43A8-7E4A-82E5-46F48574B758}" srcOrd="1" destOrd="0" presId="urn:microsoft.com/office/officeart/2005/8/layout/hProcess11"/>
    <dgm:cxn modelId="{7B6C761D-0CFC-BC42-9268-C6F93E9649EC}" type="presParOf" srcId="{752B2DA8-43A8-7E4A-82E5-46F48574B758}" destId="{48413FB6-3166-AD46-952F-7BB3ECB2DD81}" srcOrd="0" destOrd="0" presId="urn:microsoft.com/office/officeart/2005/8/layout/hProcess11"/>
    <dgm:cxn modelId="{F4E2331E-E9AE-C64B-96F3-1FF805A48F9A}" type="presParOf" srcId="{48413FB6-3166-AD46-952F-7BB3ECB2DD81}" destId="{8E0B50ED-56AD-424F-9AF8-A55900C0F293}" srcOrd="0" destOrd="0" presId="urn:microsoft.com/office/officeart/2005/8/layout/hProcess11"/>
    <dgm:cxn modelId="{1312E7A0-84AA-6C40-A2B8-1A9B3F590D13}" type="presParOf" srcId="{48413FB6-3166-AD46-952F-7BB3ECB2DD81}" destId="{4F9B86B3-24DB-C04B-9EEF-AAAC6078DF4C}" srcOrd="1" destOrd="0" presId="urn:microsoft.com/office/officeart/2005/8/layout/hProcess11"/>
    <dgm:cxn modelId="{8311C6B2-CF12-574D-86A8-2D4A2EB2B939}" type="presParOf" srcId="{48413FB6-3166-AD46-952F-7BB3ECB2DD81}" destId="{FCF18F9B-C768-644D-B9DE-7CE21CD6AF8C}" srcOrd="2" destOrd="0" presId="urn:microsoft.com/office/officeart/2005/8/layout/hProcess11"/>
    <dgm:cxn modelId="{22314EAD-F2D6-5248-B7E7-244120ECA9BB}" type="presParOf" srcId="{752B2DA8-43A8-7E4A-82E5-46F48574B758}" destId="{28A87A36-688D-BD49-B40A-B9FA37D72276}" srcOrd="1" destOrd="0" presId="urn:microsoft.com/office/officeart/2005/8/layout/hProcess11"/>
    <dgm:cxn modelId="{380FC0D9-6B14-AC45-8842-F4E307F87B9F}" type="presParOf" srcId="{752B2DA8-43A8-7E4A-82E5-46F48574B758}" destId="{E45CF716-94FE-8344-8371-E4FE85AF2A7B}" srcOrd="2" destOrd="0" presId="urn:microsoft.com/office/officeart/2005/8/layout/hProcess11"/>
    <dgm:cxn modelId="{8FAE8AEE-F492-2246-B8C9-9830BD3FCB02}" type="presParOf" srcId="{E45CF716-94FE-8344-8371-E4FE85AF2A7B}" destId="{853BC0D3-1BC9-9C42-86EF-B92AD74241A4}" srcOrd="0" destOrd="0" presId="urn:microsoft.com/office/officeart/2005/8/layout/hProcess11"/>
    <dgm:cxn modelId="{AA0AACFD-F652-6C4F-9A12-16C42879D7A0}" type="presParOf" srcId="{E45CF716-94FE-8344-8371-E4FE85AF2A7B}" destId="{B3C76907-FFA1-6545-B8B9-32B458F451C2}" srcOrd="1" destOrd="0" presId="urn:microsoft.com/office/officeart/2005/8/layout/hProcess11"/>
    <dgm:cxn modelId="{798E85EB-199A-0444-8D73-19733F9BF0A4}" type="presParOf" srcId="{E45CF716-94FE-8344-8371-E4FE85AF2A7B}" destId="{D510BF92-2331-454B-9E50-55B8E068551C}" srcOrd="2" destOrd="0" presId="urn:microsoft.com/office/officeart/2005/8/layout/hProcess11"/>
    <dgm:cxn modelId="{ED870E66-0617-764E-BCDD-CCD28DDF176C}" type="presParOf" srcId="{752B2DA8-43A8-7E4A-82E5-46F48574B758}" destId="{324FF8F2-5C4F-AB45-B6F4-88973670A318}" srcOrd="3" destOrd="0" presId="urn:microsoft.com/office/officeart/2005/8/layout/hProcess11"/>
    <dgm:cxn modelId="{5DA6F37D-F1F0-924A-8560-1DE3FE532923}" type="presParOf" srcId="{752B2DA8-43A8-7E4A-82E5-46F48574B758}" destId="{E51675CE-D170-2F47-9BB4-909CF6414BB9}" srcOrd="4" destOrd="0" presId="urn:microsoft.com/office/officeart/2005/8/layout/hProcess11"/>
    <dgm:cxn modelId="{0B5F03D6-2FB1-D14A-841A-B49FD10A2AFC}" type="presParOf" srcId="{E51675CE-D170-2F47-9BB4-909CF6414BB9}" destId="{5821A55A-9E34-8541-8CE0-655D3DB7031B}" srcOrd="0" destOrd="0" presId="urn:microsoft.com/office/officeart/2005/8/layout/hProcess11"/>
    <dgm:cxn modelId="{8FFBC113-F0EF-A04A-A7DE-78F8F85AEE0B}" type="presParOf" srcId="{E51675CE-D170-2F47-9BB4-909CF6414BB9}" destId="{08F599F2-B47E-F04E-A621-AECA9CA2E64F}" srcOrd="1" destOrd="0" presId="urn:microsoft.com/office/officeart/2005/8/layout/hProcess11"/>
    <dgm:cxn modelId="{F0055D61-C711-3D47-B023-9ACE4EE88BA7}" type="presParOf" srcId="{E51675CE-D170-2F47-9BB4-909CF6414BB9}" destId="{31D9D093-6074-A04A-92C5-7D51315752BD}" srcOrd="2" destOrd="0" presId="urn:microsoft.com/office/officeart/2005/8/layout/hProcess11"/>
    <dgm:cxn modelId="{9618D1D7-ADBD-1648-8BB0-C921B884B822}" type="presParOf" srcId="{752B2DA8-43A8-7E4A-82E5-46F48574B758}" destId="{2BA66789-6EED-3848-8429-8F8E56510037}" srcOrd="5" destOrd="0" presId="urn:microsoft.com/office/officeart/2005/8/layout/hProcess11"/>
    <dgm:cxn modelId="{5249B081-7DF0-AF4C-9ADD-F536F5CBF343}" type="presParOf" srcId="{752B2DA8-43A8-7E4A-82E5-46F48574B758}" destId="{D3362841-27A1-394A-B214-68EA814EA2BF}" srcOrd="6" destOrd="0" presId="urn:microsoft.com/office/officeart/2005/8/layout/hProcess11"/>
    <dgm:cxn modelId="{F1D3F5D8-2D0E-7B47-9207-622204A8B16B}" type="presParOf" srcId="{D3362841-27A1-394A-B214-68EA814EA2BF}" destId="{8707BB23-FE3C-F342-AB58-141F1E6A9B6F}" srcOrd="0" destOrd="0" presId="urn:microsoft.com/office/officeart/2005/8/layout/hProcess11"/>
    <dgm:cxn modelId="{77075704-262D-1A42-81EA-71D2AB36FEF4}" type="presParOf" srcId="{D3362841-27A1-394A-B214-68EA814EA2BF}" destId="{1502EFD4-BF17-DB44-979C-43F30B970BED}" srcOrd="1" destOrd="0" presId="urn:microsoft.com/office/officeart/2005/8/layout/hProcess11"/>
    <dgm:cxn modelId="{BDBB0614-6F19-3F4F-AB0A-A2EB83319AE5}" type="presParOf" srcId="{D3362841-27A1-394A-B214-68EA814EA2BF}" destId="{4CA455EA-E923-9A4A-9FE6-EB78271D1E36}" srcOrd="2" destOrd="0" presId="urn:microsoft.com/office/officeart/2005/8/layout/hProcess11"/>
    <dgm:cxn modelId="{C466F73C-481E-0143-AA99-54FBC74F907F}" type="presParOf" srcId="{752B2DA8-43A8-7E4A-82E5-46F48574B758}" destId="{BA9521EA-07F3-7F4B-91FA-269AFEC2A0C2}" srcOrd="7" destOrd="0" presId="urn:microsoft.com/office/officeart/2005/8/layout/hProcess11"/>
    <dgm:cxn modelId="{7958AF19-A48A-1348-BF88-E18A7D785C72}" type="presParOf" srcId="{752B2DA8-43A8-7E4A-82E5-46F48574B758}" destId="{C2BB4F37-1806-5D4A-975A-BAB5DF281C39}" srcOrd="8" destOrd="0" presId="urn:microsoft.com/office/officeart/2005/8/layout/hProcess11"/>
    <dgm:cxn modelId="{6D2E76BA-B678-704D-8120-2695179AB644}" type="presParOf" srcId="{C2BB4F37-1806-5D4A-975A-BAB5DF281C39}" destId="{C66D6641-25CD-D742-9325-77B51F021EAD}" srcOrd="0" destOrd="0" presId="urn:microsoft.com/office/officeart/2005/8/layout/hProcess11"/>
    <dgm:cxn modelId="{4C52A6C3-6EE2-BD40-A357-C710D36F2A9E}" type="presParOf" srcId="{C2BB4F37-1806-5D4A-975A-BAB5DF281C39}" destId="{355E3900-8773-F54B-A952-E856D52F9130}" srcOrd="1" destOrd="0" presId="urn:microsoft.com/office/officeart/2005/8/layout/hProcess11"/>
    <dgm:cxn modelId="{5377B8DE-1190-CA43-B2C6-4B12F85F2277}" type="presParOf" srcId="{C2BB4F37-1806-5D4A-975A-BAB5DF281C39}" destId="{0906B255-D3A3-5347-ADD3-E0747FEAA2A7}" srcOrd="2" destOrd="0" presId="urn:microsoft.com/office/officeart/2005/8/layout/hProcess11"/>
    <dgm:cxn modelId="{B7608DFA-C499-F140-A883-255902613CAD}" type="presParOf" srcId="{752B2DA8-43A8-7E4A-82E5-46F48574B758}" destId="{E367D053-EA84-D64B-A575-62A41A3560BF}" srcOrd="9" destOrd="0" presId="urn:microsoft.com/office/officeart/2005/8/layout/hProcess11"/>
    <dgm:cxn modelId="{A95F203C-9ABC-5543-8370-21F1294E834C}" type="presParOf" srcId="{752B2DA8-43A8-7E4A-82E5-46F48574B758}" destId="{BA427E33-ADD8-1348-BBAE-C505C96D9C75}" srcOrd="10" destOrd="0" presId="urn:microsoft.com/office/officeart/2005/8/layout/hProcess11"/>
    <dgm:cxn modelId="{9FD40AF7-95F7-9842-ACA4-393BF77B361A}" type="presParOf" srcId="{BA427E33-ADD8-1348-BBAE-C505C96D9C75}" destId="{DDDE6307-846D-5343-8AE6-BFA105CA5931}" srcOrd="0" destOrd="0" presId="urn:microsoft.com/office/officeart/2005/8/layout/hProcess11"/>
    <dgm:cxn modelId="{45A748A8-2E30-7541-9ADD-3A2C2730E54B}" type="presParOf" srcId="{BA427E33-ADD8-1348-BBAE-C505C96D9C75}" destId="{A5F137D7-26B5-3240-A3F2-9D07F2FC3414}" srcOrd="1" destOrd="0" presId="urn:microsoft.com/office/officeart/2005/8/layout/hProcess11"/>
    <dgm:cxn modelId="{203AFE9D-91B5-4046-84A6-674436F4D756}" type="presParOf" srcId="{BA427E33-ADD8-1348-BBAE-C505C96D9C75}" destId="{16CAFF59-1B27-2941-B2BE-B0309F0E9CD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655A1B-BB54-604D-8D2B-FCF47459EE9C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141CC174-6603-4C49-B299-8A92A75DA687}">
      <dgm:prSet phldrT="[Text]"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January 2027</a:t>
          </a:r>
        </a:p>
        <a:p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3, 4th site ATLS training</a:t>
          </a:r>
        </a:p>
      </dgm:t>
    </dgm:pt>
    <dgm:pt modelId="{D6E004D1-5848-6843-B209-10DC5D019992}" type="parTrans" cxnId="{049674B8-F2CA-544B-87D0-464106CBA567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8B083979-44EC-8948-82C2-B2C5233AD247}" type="sibTrans" cxnId="{049674B8-F2CA-544B-87D0-464106CBA567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F95457CF-3DBE-344F-8B26-B3774D12FEE3}">
      <dgm:prSet phldrT="[Text]"/>
      <dgm:spPr/>
      <dgm:t>
        <a:bodyPr/>
        <a:lstStyle/>
        <a:p>
          <a:pPr algn="ctr"/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December 2026</a:t>
          </a:r>
        </a:p>
      </dgm:t>
    </dgm:pt>
    <dgm:pt modelId="{A6D99361-82F0-4B42-83EB-452FD91BCB49}" type="parTrans" cxnId="{33389E49-AD14-F54B-BA12-76B1F77A7DBA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76CF3BE9-F302-1D44-810F-FD40BAC8487F}" type="sibTrans" cxnId="{33389E49-AD14-F54B-BA12-76B1F77A7DBA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778B4840-37F0-054B-968A-3464CE4B0B73}">
      <dgm:prSet phldrT="[Text]"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February 2027</a:t>
          </a:r>
        </a:p>
        <a:p>
          <a:r>
            <a:rPr lang="en-GB" b="0" i="0" baseline="0" dirty="0">
              <a:latin typeface="Roboto Light" panose="02000000000000000000" pitchFamily="2" charset="0"/>
              <a:ea typeface="Roboto Light" panose="02000000000000000000" pitchFamily="2" charset="0"/>
            </a:rPr>
            <a:t>Batch 3, 5</a:t>
          </a:r>
          <a:r>
            <a:rPr lang="en-GB" b="0" i="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th</a:t>
          </a:r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gm:t>
    </dgm:pt>
    <dgm:pt modelId="{B1FCC9F7-1CF8-EE46-AAF2-28E20575FB23}" type="parTrans" cxnId="{AB119013-CB7F-574F-9705-574DC6767348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6BE89EDC-FD61-EF4B-A559-69C69A731E91}" type="sibTrans" cxnId="{AB119013-CB7F-574F-9705-574DC6767348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4DCC4718-BFA2-EC40-B3C5-7FC7036682E6}">
      <dgm:prSet phldrT="[Text]"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May 2027</a:t>
          </a:r>
        </a:p>
        <a:p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3 stops including patients</a:t>
          </a:r>
        </a:p>
      </dgm:t>
    </dgm:pt>
    <dgm:pt modelId="{E75E8442-7F42-2849-955D-02670E670FDD}" type="parTrans" cxnId="{48BAF21F-C1AC-3C4C-B0FD-5CD7566C47A5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B4E940D1-4A9C-FD48-8125-5C030DC94D83}" type="sibTrans" cxnId="{48BAF21F-C1AC-3C4C-B0FD-5CD7566C47A5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5FA4710C-6753-C54C-8E11-AFC2C62DA5CD}">
      <dgm:prSet phldrT="[Text]"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August</a:t>
          </a:r>
        </a:p>
        <a:p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3 end of follow up</a:t>
          </a:r>
        </a:p>
      </dgm:t>
    </dgm:pt>
    <dgm:pt modelId="{A9DFB9EB-886D-CC46-A04C-F574394427ED}" type="parTrans" cxnId="{111A9357-95BC-4849-9FF1-FA974A7C8E71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BBE5C68F-350A-184E-8FF0-F6C3C23AED44}" type="sibTrans" cxnId="{111A9357-95BC-4849-9FF1-FA974A7C8E71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37D95561-5A07-8A42-AD03-2A594E38C57C}">
      <dgm:prSet phldrT="[Text]"/>
      <dgm:spPr/>
      <dgm:t>
        <a:bodyPr/>
        <a:lstStyle/>
        <a:p>
          <a:pPr algn="ctr"/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November 2026</a:t>
          </a:r>
        </a:p>
        <a:p>
          <a:pPr algn="ctr"/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3, 2</a:t>
          </a:r>
          <a:r>
            <a:rPr lang="en-GB" b="0" i="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nd</a:t>
          </a:r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  <a:endParaRPr lang="en-GB" b="0" i="0" dirty="0">
            <a:latin typeface="Roboto Medium" panose="02000000000000000000" pitchFamily="2" charset="0"/>
            <a:ea typeface="Roboto Medium" panose="02000000000000000000" pitchFamily="2" charset="0"/>
          </a:endParaRPr>
        </a:p>
      </dgm:t>
    </dgm:pt>
    <dgm:pt modelId="{9FC8DB3C-C15C-7A4D-A8C1-E6C800EA59D0}" type="parTrans" cxnId="{641BE639-6B05-D04A-92FB-6336F1BA938A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D777A15C-CA2F-8B46-937D-64FF8C86C817}" type="sibTrans" cxnId="{641BE639-6B05-D04A-92FB-6336F1BA938A}">
      <dgm:prSet/>
      <dgm:spPr/>
      <dgm:t>
        <a:bodyPr/>
        <a:lstStyle/>
        <a:p>
          <a:endParaRPr lang="en-GB" b="0" i="0">
            <a:latin typeface="Roboto Light" panose="02000000000000000000" pitchFamily="2" charset="0"/>
            <a:ea typeface="Roboto Light" panose="02000000000000000000" pitchFamily="2" charset="0"/>
          </a:endParaRPr>
        </a:p>
      </dgm:t>
    </dgm:pt>
    <dgm:pt modelId="{D7EE0B71-A9E0-1A4D-9824-128810020B80}">
      <dgm:prSet phldrT="[Text]"/>
      <dgm:spPr/>
      <dgm:t>
        <a:bodyPr/>
        <a:lstStyle/>
        <a:p>
          <a:pPr algn="l"/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2 stops including participants</a:t>
          </a:r>
        </a:p>
      </dgm:t>
    </dgm:pt>
    <dgm:pt modelId="{B2E4ECF0-745C-7F40-BFD3-EAF3637A9E65}" type="parTrans" cxnId="{185A2FBD-842F-CB4F-B9EF-3EA23CB13810}">
      <dgm:prSet/>
      <dgm:spPr/>
      <dgm:t>
        <a:bodyPr/>
        <a:lstStyle/>
        <a:p>
          <a:endParaRPr lang="en-GB"/>
        </a:p>
      </dgm:t>
    </dgm:pt>
    <dgm:pt modelId="{CA56852E-A708-424D-81AB-D9AF4DDD2133}" type="sibTrans" cxnId="{185A2FBD-842F-CB4F-B9EF-3EA23CB13810}">
      <dgm:prSet/>
      <dgm:spPr/>
      <dgm:t>
        <a:bodyPr/>
        <a:lstStyle/>
        <a:p>
          <a:endParaRPr lang="en-GB"/>
        </a:p>
      </dgm:t>
    </dgm:pt>
    <dgm:pt modelId="{C258393B-50C6-C74E-A35F-6487A536E31F}">
      <dgm:prSet phldrT="[Text]"/>
      <dgm:spPr/>
      <dgm:t>
        <a:bodyPr/>
        <a:lstStyle/>
        <a:p>
          <a:pPr algn="l"/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3, 3rd site ATLS training</a:t>
          </a:r>
        </a:p>
      </dgm:t>
    </dgm:pt>
    <dgm:pt modelId="{BB7ABD5D-CBC6-EE4E-8492-743C4D5D1607}" type="parTrans" cxnId="{00419142-C291-CE42-8CB8-C22E6F27DE90}">
      <dgm:prSet/>
      <dgm:spPr/>
      <dgm:t>
        <a:bodyPr/>
        <a:lstStyle/>
        <a:p>
          <a:endParaRPr lang="en-GB"/>
        </a:p>
      </dgm:t>
    </dgm:pt>
    <dgm:pt modelId="{D41409E2-3C17-AC49-8C35-42ED11FE7222}" type="sibTrans" cxnId="{00419142-C291-CE42-8CB8-C22E6F27DE90}">
      <dgm:prSet/>
      <dgm:spPr/>
      <dgm:t>
        <a:bodyPr/>
        <a:lstStyle/>
        <a:p>
          <a:endParaRPr lang="en-GB"/>
        </a:p>
      </dgm:t>
    </dgm:pt>
    <dgm:pt modelId="{B98CBBDE-6A30-334A-97A4-023234BE8F0C}">
      <dgm:prSet/>
      <dgm:spPr/>
      <dgm:t>
        <a:bodyPr/>
        <a:lstStyle/>
        <a:p>
          <a:r>
            <a:rPr lang="en-GB" b="0" i="0" dirty="0">
              <a:latin typeface="Roboto Medium" panose="02000000000000000000" pitchFamily="2" charset="0"/>
              <a:ea typeface="Roboto Medium" panose="02000000000000000000" pitchFamily="2" charset="0"/>
            </a:rPr>
            <a:t>March 2027</a:t>
          </a:r>
        </a:p>
        <a:p>
          <a:r>
            <a:rPr lang="en-GB" b="0" i="0" dirty="0">
              <a:latin typeface="Roboto Light" panose="02000000000000000000" pitchFamily="2" charset="0"/>
              <a:ea typeface="Roboto Light" panose="02000000000000000000" pitchFamily="2" charset="0"/>
            </a:rPr>
            <a:t>Batch 2 end of follow up</a:t>
          </a:r>
        </a:p>
      </dgm:t>
    </dgm:pt>
    <dgm:pt modelId="{DC500703-7609-674A-82C9-89FF47A274BA}" type="parTrans" cxnId="{FD85FEBD-D0FE-8D40-9977-8F351FD49333}">
      <dgm:prSet/>
      <dgm:spPr/>
      <dgm:t>
        <a:bodyPr/>
        <a:lstStyle/>
        <a:p>
          <a:endParaRPr lang="en-GB"/>
        </a:p>
      </dgm:t>
    </dgm:pt>
    <dgm:pt modelId="{C6D3CCBD-359A-2A43-A53F-5F52FD74E170}" type="sibTrans" cxnId="{FD85FEBD-D0FE-8D40-9977-8F351FD49333}">
      <dgm:prSet/>
      <dgm:spPr/>
      <dgm:t>
        <a:bodyPr/>
        <a:lstStyle/>
        <a:p>
          <a:endParaRPr lang="en-GB"/>
        </a:p>
      </dgm:t>
    </dgm:pt>
    <dgm:pt modelId="{01CB8765-1E70-A140-8926-AA9EB609D0A5}" type="pres">
      <dgm:prSet presAssocID="{4E655A1B-BB54-604D-8D2B-FCF47459EE9C}" presName="Name0" presStyleCnt="0">
        <dgm:presLayoutVars>
          <dgm:dir/>
          <dgm:resizeHandles val="exact"/>
        </dgm:presLayoutVars>
      </dgm:prSet>
      <dgm:spPr/>
    </dgm:pt>
    <dgm:pt modelId="{3FDA167D-4A28-4F46-8472-BAD8C5AF6694}" type="pres">
      <dgm:prSet presAssocID="{4E655A1B-BB54-604D-8D2B-FCF47459EE9C}" presName="arrow" presStyleLbl="bgShp" presStyleIdx="0" presStyleCnt="1" custScaleY="20683" custLinFactNeighborY="-834"/>
      <dgm:spPr>
        <a:solidFill>
          <a:schemeClr val="accent1">
            <a:lumMod val="20000"/>
            <a:lumOff val="80000"/>
          </a:schemeClr>
        </a:solidFill>
      </dgm:spPr>
    </dgm:pt>
    <dgm:pt modelId="{752B2DA8-43A8-7E4A-82E5-46F48574B758}" type="pres">
      <dgm:prSet presAssocID="{4E655A1B-BB54-604D-8D2B-FCF47459EE9C}" presName="points" presStyleCnt="0"/>
      <dgm:spPr/>
    </dgm:pt>
    <dgm:pt modelId="{48413FB6-3166-AD46-952F-7BB3ECB2DD81}" type="pres">
      <dgm:prSet presAssocID="{37D95561-5A07-8A42-AD03-2A594E38C57C}" presName="compositeA" presStyleCnt="0"/>
      <dgm:spPr/>
    </dgm:pt>
    <dgm:pt modelId="{8E0B50ED-56AD-424F-9AF8-A55900C0F293}" type="pres">
      <dgm:prSet presAssocID="{37D95561-5A07-8A42-AD03-2A594E38C57C}" presName="textA" presStyleLbl="revTx" presStyleIdx="0" presStyleCnt="7">
        <dgm:presLayoutVars>
          <dgm:bulletEnabled val="1"/>
        </dgm:presLayoutVars>
      </dgm:prSet>
      <dgm:spPr/>
    </dgm:pt>
    <dgm:pt modelId="{4F9B86B3-24DB-C04B-9EEF-AAAC6078DF4C}" type="pres">
      <dgm:prSet presAssocID="{37D95561-5A07-8A42-AD03-2A594E38C57C}" presName="circleA" presStyleLbl="node1" presStyleIdx="0" presStyleCnt="7"/>
      <dgm:spPr/>
    </dgm:pt>
    <dgm:pt modelId="{FCF18F9B-C768-644D-B9DE-7CE21CD6AF8C}" type="pres">
      <dgm:prSet presAssocID="{37D95561-5A07-8A42-AD03-2A594E38C57C}" presName="spaceA" presStyleCnt="0"/>
      <dgm:spPr/>
    </dgm:pt>
    <dgm:pt modelId="{28A87A36-688D-BD49-B40A-B9FA37D72276}" type="pres">
      <dgm:prSet presAssocID="{D777A15C-CA2F-8B46-937D-64FF8C86C817}" presName="space" presStyleCnt="0"/>
      <dgm:spPr/>
    </dgm:pt>
    <dgm:pt modelId="{E45CF716-94FE-8344-8371-E4FE85AF2A7B}" type="pres">
      <dgm:prSet presAssocID="{F95457CF-3DBE-344F-8B26-B3774D12FEE3}" presName="compositeB" presStyleCnt="0"/>
      <dgm:spPr/>
    </dgm:pt>
    <dgm:pt modelId="{853BC0D3-1BC9-9C42-86EF-B92AD74241A4}" type="pres">
      <dgm:prSet presAssocID="{F95457CF-3DBE-344F-8B26-B3774D12FEE3}" presName="textB" presStyleLbl="revTx" presStyleIdx="1" presStyleCnt="7">
        <dgm:presLayoutVars>
          <dgm:bulletEnabled val="1"/>
        </dgm:presLayoutVars>
      </dgm:prSet>
      <dgm:spPr/>
    </dgm:pt>
    <dgm:pt modelId="{B3C76907-FFA1-6545-B8B9-32B458F451C2}" type="pres">
      <dgm:prSet presAssocID="{F95457CF-3DBE-344F-8B26-B3774D12FEE3}" presName="circleB" presStyleLbl="node1" presStyleIdx="1" presStyleCnt="7"/>
      <dgm:spPr/>
    </dgm:pt>
    <dgm:pt modelId="{D510BF92-2331-454B-9E50-55B8E068551C}" type="pres">
      <dgm:prSet presAssocID="{F95457CF-3DBE-344F-8B26-B3774D12FEE3}" presName="spaceB" presStyleCnt="0"/>
      <dgm:spPr/>
    </dgm:pt>
    <dgm:pt modelId="{324FF8F2-5C4F-AB45-B6F4-88973670A318}" type="pres">
      <dgm:prSet presAssocID="{76CF3BE9-F302-1D44-810F-FD40BAC8487F}" presName="space" presStyleCnt="0"/>
      <dgm:spPr/>
    </dgm:pt>
    <dgm:pt modelId="{B6E1AE6E-8BD8-C144-A7C4-4F031BE77BE3}" type="pres">
      <dgm:prSet presAssocID="{141CC174-6603-4C49-B299-8A92A75DA687}" presName="compositeA" presStyleCnt="0"/>
      <dgm:spPr/>
    </dgm:pt>
    <dgm:pt modelId="{858B99B2-1A63-EB42-B924-3376F25B3CE3}" type="pres">
      <dgm:prSet presAssocID="{141CC174-6603-4C49-B299-8A92A75DA687}" presName="textA" presStyleLbl="revTx" presStyleIdx="2" presStyleCnt="7">
        <dgm:presLayoutVars>
          <dgm:bulletEnabled val="1"/>
        </dgm:presLayoutVars>
      </dgm:prSet>
      <dgm:spPr/>
    </dgm:pt>
    <dgm:pt modelId="{DC74559D-AD75-8D45-AE8C-5D4DD5F0299B}" type="pres">
      <dgm:prSet presAssocID="{141CC174-6603-4C49-B299-8A92A75DA687}" presName="circleA" presStyleLbl="node1" presStyleIdx="2" presStyleCnt="7"/>
      <dgm:spPr/>
    </dgm:pt>
    <dgm:pt modelId="{96498280-3ED7-054D-8AC6-F4A2AD191191}" type="pres">
      <dgm:prSet presAssocID="{141CC174-6603-4C49-B299-8A92A75DA687}" presName="spaceA" presStyleCnt="0"/>
      <dgm:spPr/>
    </dgm:pt>
    <dgm:pt modelId="{2BA66789-6EED-3848-8429-8F8E56510037}" type="pres">
      <dgm:prSet presAssocID="{8B083979-44EC-8948-82C2-B2C5233AD247}" presName="space" presStyleCnt="0"/>
      <dgm:spPr/>
    </dgm:pt>
    <dgm:pt modelId="{17F0D4A5-5104-0646-B318-9988C69D7F04}" type="pres">
      <dgm:prSet presAssocID="{778B4840-37F0-054B-968A-3464CE4B0B73}" presName="compositeB" presStyleCnt="0"/>
      <dgm:spPr/>
    </dgm:pt>
    <dgm:pt modelId="{7D581B38-4D36-9A4B-BAAE-A1889BC753E3}" type="pres">
      <dgm:prSet presAssocID="{778B4840-37F0-054B-968A-3464CE4B0B73}" presName="textB" presStyleLbl="revTx" presStyleIdx="3" presStyleCnt="7">
        <dgm:presLayoutVars>
          <dgm:bulletEnabled val="1"/>
        </dgm:presLayoutVars>
      </dgm:prSet>
      <dgm:spPr/>
    </dgm:pt>
    <dgm:pt modelId="{801D37C1-0275-3346-8DBD-D4E7C9CA0CC7}" type="pres">
      <dgm:prSet presAssocID="{778B4840-37F0-054B-968A-3464CE4B0B73}" presName="circleB" presStyleLbl="node1" presStyleIdx="3" presStyleCnt="7"/>
      <dgm:spPr/>
    </dgm:pt>
    <dgm:pt modelId="{3AC94303-5EC6-4747-BD6C-44641B4A08D3}" type="pres">
      <dgm:prSet presAssocID="{778B4840-37F0-054B-968A-3464CE4B0B73}" presName="spaceB" presStyleCnt="0"/>
      <dgm:spPr/>
    </dgm:pt>
    <dgm:pt modelId="{BA9521EA-07F3-7F4B-91FA-269AFEC2A0C2}" type="pres">
      <dgm:prSet presAssocID="{6BE89EDC-FD61-EF4B-A559-69C69A731E91}" presName="space" presStyleCnt="0"/>
      <dgm:spPr/>
    </dgm:pt>
    <dgm:pt modelId="{B590A82D-FAD2-DA44-81DC-E39827F71EAF}" type="pres">
      <dgm:prSet presAssocID="{B98CBBDE-6A30-334A-97A4-023234BE8F0C}" presName="compositeA" presStyleCnt="0"/>
      <dgm:spPr/>
    </dgm:pt>
    <dgm:pt modelId="{4D910443-B9AB-BB47-B2D1-72BAFF8049FB}" type="pres">
      <dgm:prSet presAssocID="{B98CBBDE-6A30-334A-97A4-023234BE8F0C}" presName="textA" presStyleLbl="revTx" presStyleIdx="4" presStyleCnt="7">
        <dgm:presLayoutVars>
          <dgm:bulletEnabled val="1"/>
        </dgm:presLayoutVars>
      </dgm:prSet>
      <dgm:spPr/>
    </dgm:pt>
    <dgm:pt modelId="{906BC0A3-B4CB-8842-BACB-5F79A1B5DB42}" type="pres">
      <dgm:prSet presAssocID="{B98CBBDE-6A30-334A-97A4-023234BE8F0C}" presName="circleA" presStyleLbl="node1" presStyleIdx="4" presStyleCnt="7"/>
      <dgm:spPr/>
    </dgm:pt>
    <dgm:pt modelId="{FE1F34CD-3FD6-2D4B-BCD5-1100A17277C3}" type="pres">
      <dgm:prSet presAssocID="{B98CBBDE-6A30-334A-97A4-023234BE8F0C}" presName="spaceA" presStyleCnt="0"/>
      <dgm:spPr/>
    </dgm:pt>
    <dgm:pt modelId="{F7EA76D9-850D-3744-BE3D-6C7E1535BEDF}" type="pres">
      <dgm:prSet presAssocID="{C6D3CCBD-359A-2A43-A53F-5F52FD74E170}" presName="space" presStyleCnt="0"/>
      <dgm:spPr/>
    </dgm:pt>
    <dgm:pt modelId="{7F5E84E2-DBC2-7040-9D4E-E2135E81078E}" type="pres">
      <dgm:prSet presAssocID="{4DCC4718-BFA2-EC40-B3C5-7FC7036682E6}" presName="compositeB" presStyleCnt="0"/>
      <dgm:spPr/>
    </dgm:pt>
    <dgm:pt modelId="{5CDD3946-188F-6742-A8DE-EABBD74D5101}" type="pres">
      <dgm:prSet presAssocID="{4DCC4718-BFA2-EC40-B3C5-7FC7036682E6}" presName="textB" presStyleLbl="revTx" presStyleIdx="5" presStyleCnt="7">
        <dgm:presLayoutVars>
          <dgm:bulletEnabled val="1"/>
        </dgm:presLayoutVars>
      </dgm:prSet>
      <dgm:spPr/>
    </dgm:pt>
    <dgm:pt modelId="{2546EF0B-2CA7-454A-8F52-57F0E311F2DA}" type="pres">
      <dgm:prSet presAssocID="{4DCC4718-BFA2-EC40-B3C5-7FC7036682E6}" presName="circleB" presStyleLbl="node1" presStyleIdx="5" presStyleCnt="7"/>
      <dgm:spPr/>
    </dgm:pt>
    <dgm:pt modelId="{B439F80A-CE55-6F46-9445-591ADCF80D1C}" type="pres">
      <dgm:prSet presAssocID="{4DCC4718-BFA2-EC40-B3C5-7FC7036682E6}" presName="spaceB" presStyleCnt="0"/>
      <dgm:spPr/>
    </dgm:pt>
    <dgm:pt modelId="{E367D053-EA84-D64B-A575-62A41A3560BF}" type="pres">
      <dgm:prSet presAssocID="{B4E940D1-4A9C-FD48-8125-5C030DC94D83}" presName="space" presStyleCnt="0"/>
      <dgm:spPr/>
    </dgm:pt>
    <dgm:pt modelId="{480493E7-F5A6-AC4B-8139-09B5188A0DDB}" type="pres">
      <dgm:prSet presAssocID="{5FA4710C-6753-C54C-8E11-AFC2C62DA5CD}" presName="compositeA" presStyleCnt="0"/>
      <dgm:spPr/>
    </dgm:pt>
    <dgm:pt modelId="{3F5AA64E-730A-A242-8BD9-609881F80005}" type="pres">
      <dgm:prSet presAssocID="{5FA4710C-6753-C54C-8E11-AFC2C62DA5CD}" presName="textA" presStyleLbl="revTx" presStyleIdx="6" presStyleCnt="7">
        <dgm:presLayoutVars>
          <dgm:bulletEnabled val="1"/>
        </dgm:presLayoutVars>
      </dgm:prSet>
      <dgm:spPr/>
    </dgm:pt>
    <dgm:pt modelId="{0036A82D-75CA-D042-86E0-FAC32EAFBDBC}" type="pres">
      <dgm:prSet presAssocID="{5FA4710C-6753-C54C-8E11-AFC2C62DA5CD}" presName="circleA" presStyleLbl="node1" presStyleIdx="6" presStyleCnt="7"/>
      <dgm:spPr/>
    </dgm:pt>
    <dgm:pt modelId="{9923FD7E-88BB-A749-8846-2154E1A0149A}" type="pres">
      <dgm:prSet presAssocID="{5FA4710C-6753-C54C-8E11-AFC2C62DA5CD}" presName="spaceA" presStyleCnt="0"/>
      <dgm:spPr/>
    </dgm:pt>
  </dgm:ptLst>
  <dgm:cxnLst>
    <dgm:cxn modelId="{AB119013-CB7F-574F-9705-574DC6767348}" srcId="{4E655A1B-BB54-604D-8D2B-FCF47459EE9C}" destId="{778B4840-37F0-054B-968A-3464CE4B0B73}" srcOrd="3" destOrd="0" parTransId="{B1FCC9F7-1CF8-EE46-AAF2-28E20575FB23}" sibTransId="{6BE89EDC-FD61-EF4B-A559-69C69A731E91}"/>
    <dgm:cxn modelId="{0661A917-4CB5-CF41-ACBF-6BC6713F3F53}" type="presOf" srcId="{D7EE0B71-A9E0-1A4D-9824-128810020B80}" destId="{853BC0D3-1BC9-9C42-86EF-B92AD74241A4}" srcOrd="0" destOrd="1" presId="urn:microsoft.com/office/officeart/2005/8/layout/hProcess11"/>
    <dgm:cxn modelId="{48BAF21F-C1AC-3C4C-B0FD-5CD7566C47A5}" srcId="{4E655A1B-BB54-604D-8D2B-FCF47459EE9C}" destId="{4DCC4718-BFA2-EC40-B3C5-7FC7036682E6}" srcOrd="5" destOrd="0" parTransId="{E75E8442-7F42-2849-955D-02670E670FDD}" sibTransId="{B4E940D1-4A9C-FD48-8125-5C030DC94D83}"/>
    <dgm:cxn modelId="{F160112E-31A3-024D-874A-BAB738D5F7B7}" type="presOf" srcId="{5FA4710C-6753-C54C-8E11-AFC2C62DA5CD}" destId="{3F5AA64E-730A-A242-8BD9-609881F80005}" srcOrd="0" destOrd="0" presId="urn:microsoft.com/office/officeart/2005/8/layout/hProcess11"/>
    <dgm:cxn modelId="{641BE639-6B05-D04A-92FB-6336F1BA938A}" srcId="{4E655A1B-BB54-604D-8D2B-FCF47459EE9C}" destId="{37D95561-5A07-8A42-AD03-2A594E38C57C}" srcOrd="0" destOrd="0" parTransId="{9FC8DB3C-C15C-7A4D-A8C1-E6C800EA59D0}" sibTransId="{D777A15C-CA2F-8B46-937D-64FF8C86C817}"/>
    <dgm:cxn modelId="{00419142-C291-CE42-8CB8-C22E6F27DE90}" srcId="{F95457CF-3DBE-344F-8B26-B3774D12FEE3}" destId="{C258393B-50C6-C74E-A35F-6487A536E31F}" srcOrd="1" destOrd="0" parTransId="{BB7ABD5D-CBC6-EE4E-8492-743C4D5D1607}" sibTransId="{D41409E2-3C17-AC49-8C35-42ED11FE7222}"/>
    <dgm:cxn modelId="{C50CB742-EC4E-E94C-91DD-E80E6D789CB7}" type="presOf" srcId="{778B4840-37F0-054B-968A-3464CE4B0B73}" destId="{7D581B38-4D36-9A4B-BAAE-A1889BC753E3}" srcOrd="0" destOrd="0" presId="urn:microsoft.com/office/officeart/2005/8/layout/hProcess11"/>
    <dgm:cxn modelId="{F9DA6647-03B4-E84A-BD0D-A6D362D48200}" type="presOf" srcId="{37D95561-5A07-8A42-AD03-2A594E38C57C}" destId="{8E0B50ED-56AD-424F-9AF8-A55900C0F293}" srcOrd="0" destOrd="0" presId="urn:microsoft.com/office/officeart/2005/8/layout/hProcess11"/>
    <dgm:cxn modelId="{33389E49-AD14-F54B-BA12-76B1F77A7DBA}" srcId="{4E655A1B-BB54-604D-8D2B-FCF47459EE9C}" destId="{F95457CF-3DBE-344F-8B26-B3774D12FEE3}" srcOrd="1" destOrd="0" parTransId="{A6D99361-82F0-4B42-83EB-452FD91BCB49}" sibTransId="{76CF3BE9-F302-1D44-810F-FD40BAC8487F}"/>
    <dgm:cxn modelId="{111A9357-95BC-4849-9FF1-FA974A7C8E71}" srcId="{4E655A1B-BB54-604D-8D2B-FCF47459EE9C}" destId="{5FA4710C-6753-C54C-8E11-AFC2C62DA5CD}" srcOrd="6" destOrd="0" parTransId="{A9DFB9EB-886D-CC46-A04C-F574394427ED}" sibTransId="{BBE5C68F-350A-184E-8FF0-F6C3C23AED44}"/>
    <dgm:cxn modelId="{12210B63-9E9D-8645-9C2B-8D6F01183D66}" type="presOf" srcId="{4DCC4718-BFA2-EC40-B3C5-7FC7036682E6}" destId="{5CDD3946-188F-6742-A8DE-EABBD74D5101}" srcOrd="0" destOrd="0" presId="urn:microsoft.com/office/officeart/2005/8/layout/hProcess11"/>
    <dgm:cxn modelId="{64AAAE77-D4A4-954C-8D30-A560B978C381}" type="presOf" srcId="{B98CBBDE-6A30-334A-97A4-023234BE8F0C}" destId="{4D910443-B9AB-BB47-B2D1-72BAFF8049FB}" srcOrd="0" destOrd="0" presId="urn:microsoft.com/office/officeart/2005/8/layout/hProcess11"/>
    <dgm:cxn modelId="{8D784684-6EEE-BC40-A40F-3AE95E02DD85}" type="presOf" srcId="{F95457CF-3DBE-344F-8B26-B3774D12FEE3}" destId="{853BC0D3-1BC9-9C42-86EF-B92AD74241A4}" srcOrd="0" destOrd="0" presId="urn:microsoft.com/office/officeart/2005/8/layout/hProcess11"/>
    <dgm:cxn modelId="{8F05C0AD-AB61-D242-BE32-AC4124C87EB0}" type="presOf" srcId="{4E655A1B-BB54-604D-8D2B-FCF47459EE9C}" destId="{01CB8765-1E70-A140-8926-AA9EB609D0A5}" srcOrd="0" destOrd="0" presId="urn:microsoft.com/office/officeart/2005/8/layout/hProcess11"/>
    <dgm:cxn modelId="{049674B8-F2CA-544B-87D0-464106CBA567}" srcId="{4E655A1B-BB54-604D-8D2B-FCF47459EE9C}" destId="{141CC174-6603-4C49-B299-8A92A75DA687}" srcOrd="2" destOrd="0" parTransId="{D6E004D1-5848-6843-B209-10DC5D019992}" sibTransId="{8B083979-44EC-8948-82C2-B2C5233AD247}"/>
    <dgm:cxn modelId="{185A2FBD-842F-CB4F-B9EF-3EA23CB13810}" srcId="{F95457CF-3DBE-344F-8B26-B3774D12FEE3}" destId="{D7EE0B71-A9E0-1A4D-9824-128810020B80}" srcOrd="0" destOrd="0" parTransId="{B2E4ECF0-745C-7F40-BFD3-EAF3637A9E65}" sibTransId="{CA56852E-A708-424D-81AB-D9AF4DDD2133}"/>
    <dgm:cxn modelId="{FD85FEBD-D0FE-8D40-9977-8F351FD49333}" srcId="{4E655A1B-BB54-604D-8D2B-FCF47459EE9C}" destId="{B98CBBDE-6A30-334A-97A4-023234BE8F0C}" srcOrd="4" destOrd="0" parTransId="{DC500703-7609-674A-82C9-89FF47A274BA}" sibTransId="{C6D3CCBD-359A-2A43-A53F-5F52FD74E170}"/>
    <dgm:cxn modelId="{8F8265D1-1D6F-7747-9E7B-779B6584FF88}" type="presOf" srcId="{141CC174-6603-4C49-B299-8A92A75DA687}" destId="{858B99B2-1A63-EB42-B924-3376F25B3CE3}" srcOrd="0" destOrd="0" presId="urn:microsoft.com/office/officeart/2005/8/layout/hProcess11"/>
    <dgm:cxn modelId="{8B3929E0-A92D-2D48-953D-3FEAC675660E}" type="presOf" srcId="{C258393B-50C6-C74E-A35F-6487A536E31F}" destId="{853BC0D3-1BC9-9C42-86EF-B92AD74241A4}" srcOrd="0" destOrd="2" presId="urn:microsoft.com/office/officeart/2005/8/layout/hProcess11"/>
    <dgm:cxn modelId="{4E41ADDE-2CBB-F843-8204-685DAA949814}" type="presParOf" srcId="{01CB8765-1E70-A140-8926-AA9EB609D0A5}" destId="{3FDA167D-4A28-4F46-8472-BAD8C5AF6694}" srcOrd="0" destOrd="0" presId="urn:microsoft.com/office/officeart/2005/8/layout/hProcess11"/>
    <dgm:cxn modelId="{7F639D1D-4757-D841-A461-FDC4F4E07C40}" type="presParOf" srcId="{01CB8765-1E70-A140-8926-AA9EB609D0A5}" destId="{752B2DA8-43A8-7E4A-82E5-46F48574B758}" srcOrd="1" destOrd="0" presId="urn:microsoft.com/office/officeart/2005/8/layout/hProcess11"/>
    <dgm:cxn modelId="{7B6C761D-0CFC-BC42-9268-C6F93E9649EC}" type="presParOf" srcId="{752B2DA8-43A8-7E4A-82E5-46F48574B758}" destId="{48413FB6-3166-AD46-952F-7BB3ECB2DD81}" srcOrd="0" destOrd="0" presId="urn:microsoft.com/office/officeart/2005/8/layout/hProcess11"/>
    <dgm:cxn modelId="{F4E2331E-E9AE-C64B-96F3-1FF805A48F9A}" type="presParOf" srcId="{48413FB6-3166-AD46-952F-7BB3ECB2DD81}" destId="{8E0B50ED-56AD-424F-9AF8-A55900C0F293}" srcOrd="0" destOrd="0" presId="urn:microsoft.com/office/officeart/2005/8/layout/hProcess11"/>
    <dgm:cxn modelId="{1312E7A0-84AA-6C40-A2B8-1A9B3F590D13}" type="presParOf" srcId="{48413FB6-3166-AD46-952F-7BB3ECB2DD81}" destId="{4F9B86B3-24DB-C04B-9EEF-AAAC6078DF4C}" srcOrd="1" destOrd="0" presId="urn:microsoft.com/office/officeart/2005/8/layout/hProcess11"/>
    <dgm:cxn modelId="{8311C6B2-CF12-574D-86A8-2D4A2EB2B939}" type="presParOf" srcId="{48413FB6-3166-AD46-952F-7BB3ECB2DD81}" destId="{FCF18F9B-C768-644D-B9DE-7CE21CD6AF8C}" srcOrd="2" destOrd="0" presId="urn:microsoft.com/office/officeart/2005/8/layout/hProcess11"/>
    <dgm:cxn modelId="{22314EAD-F2D6-5248-B7E7-244120ECA9BB}" type="presParOf" srcId="{752B2DA8-43A8-7E4A-82E5-46F48574B758}" destId="{28A87A36-688D-BD49-B40A-B9FA37D72276}" srcOrd="1" destOrd="0" presId="urn:microsoft.com/office/officeart/2005/8/layout/hProcess11"/>
    <dgm:cxn modelId="{380FC0D9-6B14-AC45-8842-F4E307F87B9F}" type="presParOf" srcId="{752B2DA8-43A8-7E4A-82E5-46F48574B758}" destId="{E45CF716-94FE-8344-8371-E4FE85AF2A7B}" srcOrd="2" destOrd="0" presId="urn:microsoft.com/office/officeart/2005/8/layout/hProcess11"/>
    <dgm:cxn modelId="{8FAE8AEE-F492-2246-B8C9-9830BD3FCB02}" type="presParOf" srcId="{E45CF716-94FE-8344-8371-E4FE85AF2A7B}" destId="{853BC0D3-1BC9-9C42-86EF-B92AD74241A4}" srcOrd="0" destOrd="0" presId="urn:microsoft.com/office/officeart/2005/8/layout/hProcess11"/>
    <dgm:cxn modelId="{AA0AACFD-F652-6C4F-9A12-16C42879D7A0}" type="presParOf" srcId="{E45CF716-94FE-8344-8371-E4FE85AF2A7B}" destId="{B3C76907-FFA1-6545-B8B9-32B458F451C2}" srcOrd="1" destOrd="0" presId="urn:microsoft.com/office/officeart/2005/8/layout/hProcess11"/>
    <dgm:cxn modelId="{798E85EB-199A-0444-8D73-19733F9BF0A4}" type="presParOf" srcId="{E45CF716-94FE-8344-8371-E4FE85AF2A7B}" destId="{D510BF92-2331-454B-9E50-55B8E068551C}" srcOrd="2" destOrd="0" presId="urn:microsoft.com/office/officeart/2005/8/layout/hProcess11"/>
    <dgm:cxn modelId="{ED870E66-0617-764E-BCDD-CCD28DDF176C}" type="presParOf" srcId="{752B2DA8-43A8-7E4A-82E5-46F48574B758}" destId="{324FF8F2-5C4F-AB45-B6F4-88973670A318}" srcOrd="3" destOrd="0" presId="urn:microsoft.com/office/officeart/2005/8/layout/hProcess11"/>
    <dgm:cxn modelId="{82630C29-F3B5-2E47-A51E-6149DB23A257}" type="presParOf" srcId="{752B2DA8-43A8-7E4A-82E5-46F48574B758}" destId="{B6E1AE6E-8BD8-C144-A7C4-4F031BE77BE3}" srcOrd="4" destOrd="0" presId="urn:microsoft.com/office/officeart/2005/8/layout/hProcess11"/>
    <dgm:cxn modelId="{A457EDAD-E244-E740-A286-5638AA16E537}" type="presParOf" srcId="{B6E1AE6E-8BD8-C144-A7C4-4F031BE77BE3}" destId="{858B99B2-1A63-EB42-B924-3376F25B3CE3}" srcOrd="0" destOrd="0" presId="urn:microsoft.com/office/officeart/2005/8/layout/hProcess11"/>
    <dgm:cxn modelId="{5999BA11-7AD2-D446-A978-BF8CCA9DEA1B}" type="presParOf" srcId="{B6E1AE6E-8BD8-C144-A7C4-4F031BE77BE3}" destId="{DC74559D-AD75-8D45-AE8C-5D4DD5F0299B}" srcOrd="1" destOrd="0" presId="urn:microsoft.com/office/officeart/2005/8/layout/hProcess11"/>
    <dgm:cxn modelId="{F542970F-74ED-434A-9426-910FB188FD1E}" type="presParOf" srcId="{B6E1AE6E-8BD8-C144-A7C4-4F031BE77BE3}" destId="{96498280-3ED7-054D-8AC6-F4A2AD191191}" srcOrd="2" destOrd="0" presId="urn:microsoft.com/office/officeart/2005/8/layout/hProcess11"/>
    <dgm:cxn modelId="{9618D1D7-ADBD-1648-8BB0-C921B884B822}" type="presParOf" srcId="{752B2DA8-43A8-7E4A-82E5-46F48574B758}" destId="{2BA66789-6EED-3848-8429-8F8E56510037}" srcOrd="5" destOrd="0" presId="urn:microsoft.com/office/officeart/2005/8/layout/hProcess11"/>
    <dgm:cxn modelId="{A5726FA3-F659-E94A-9B3A-4E9254CD8B66}" type="presParOf" srcId="{752B2DA8-43A8-7E4A-82E5-46F48574B758}" destId="{17F0D4A5-5104-0646-B318-9988C69D7F04}" srcOrd="6" destOrd="0" presId="urn:microsoft.com/office/officeart/2005/8/layout/hProcess11"/>
    <dgm:cxn modelId="{9AA6F93E-415A-6C42-9978-839BAEA9407D}" type="presParOf" srcId="{17F0D4A5-5104-0646-B318-9988C69D7F04}" destId="{7D581B38-4D36-9A4B-BAAE-A1889BC753E3}" srcOrd="0" destOrd="0" presId="urn:microsoft.com/office/officeart/2005/8/layout/hProcess11"/>
    <dgm:cxn modelId="{CAF6C2C4-39B9-DA41-9F3C-F0E518962F45}" type="presParOf" srcId="{17F0D4A5-5104-0646-B318-9988C69D7F04}" destId="{801D37C1-0275-3346-8DBD-D4E7C9CA0CC7}" srcOrd="1" destOrd="0" presId="urn:microsoft.com/office/officeart/2005/8/layout/hProcess11"/>
    <dgm:cxn modelId="{EE035DAA-AF23-204C-8B99-9F3217204F7F}" type="presParOf" srcId="{17F0D4A5-5104-0646-B318-9988C69D7F04}" destId="{3AC94303-5EC6-4747-BD6C-44641B4A08D3}" srcOrd="2" destOrd="0" presId="urn:microsoft.com/office/officeart/2005/8/layout/hProcess11"/>
    <dgm:cxn modelId="{C466F73C-481E-0143-AA99-54FBC74F907F}" type="presParOf" srcId="{752B2DA8-43A8-7E4A-82E5-46F48574B758}" destId="{BA9521EA-07F3-7F4B-91FA-269AFEC2A0C2}" srcOrd="7" destOrd="0" presId="urn:microsoft.com/office/officeart/2005/8/layout/hProcess11"/>
    <dgm:cxn modelId="{F1536B60-04BD-0345-9824-8F3A76B85195}" type="presParOf" srcId="{752B2DA8-43A8-7E4A-82E5-46F48574B758}" destId="{B590A82D-FAD2-DA44-81DC-E39827F71EAF}" srcOrd="8" destOrd="0" presId="urn:microsoft.com/office/officeart/2005/8/layout/hProcess11"/>
    <dgm:cxn modelId="{FC6D5E63-0598-BC44-94A7-2F5626CCC41D}" type="presParOf" srcId="{B590A82D-FAD2-DA44-81DC-E39827F71EAF}" destId="{4D910443-B9AB-BB47-B2D1-72BAFF8049FB}" srcOrd="0" destOrd="0" presId="urn:microsoft.com/office/officeart/2005/8/layout/hProcess11"/>
    <dgm:cxn modelId="{13C1581D-0D63-3047-BE6E-FBA814F3225B}" type="presParOf" srcId="{B590A82D-FAD2-DA44-81DC-E39827F71EAF}" destId="{906BC0A3-B4CB-8842-BACB-5F79A1B5DB42}" srcOrd="1" destOrd="0" presId="urn:microsoft.com/office/officeart/2005/8/layout/hProcess11"/>
    <dgm:cxn modelId="{A6A4E252-1473-F342-877D-41001B394583}" type="presParOf" srcId="{B590A82D-FAD2-DA44-81DC-E39827F71EAF}" destId="{FE1F34CD-3FD6-2D4B-BCD5-1100A17277C3}" srcOrd="2" destOrd="0" presId="urn:microsoft.com/office/officeart/2005/8/layout/hProcess11"/>
    <dgm:cxn modelId="{FCC30620-1864-684D-87B3-43DDC81C1D1D}" type="presParOf" srcId="{752B2DA8-43A8-7E4A-82E5-46F48574B758}" destId="{F7EA76D9-850D-3744-BE3D-6C7E1535BEDF}" srcOrd="9" destOrd="0" presId="urn:microsoft.com/office/officeart/2005/8/layout/hProcess11"/>
    <dgm:cxn modelId="{18191587-2010-B04E-9DBF-37C12BC5B90B}" type="presParOf" srcId="{752B2DA8-43A8-7E4A-82E5-46F48574B758}" destId="{7F5E84E2-DBC2-7040-9D4E-E2135E81078E}" srcOrd="10" destOrd="0" presId="urn:microsoft.com/office/officeart/2005/8/layout/hProcess11"/>
    <dgm:cxn modelId="{9A17C471-00EC-2141-A9E0-6A3709696B65}" type="presParOf" srcId="{7F5E84E2-DBC2-7040-9D4E-E2135E81078E}" destId="{5CDD3946-188F-6742-A8DE-EABBD74D5101}" srcOrd="0" destOrd="0" presId="urn:microsoft.com/office/officeart/2005/8/layout/hProcess11"/>
    <dgm:cxn modelId="{A5630F07-9E2E-D047-8C0D-69B19AF34602}" type="presParOf" srcId="{7F5E84E2-DBC2-7040-9D4E-E2135E81078E}" destId="{2546EF0B-2CA7-454A-8F52-57F0E311F2DA}" srcOrd="1" destOrd="0" presId="urn:microsoft.com/office/officeart/2005/8/layout/hProcess11"/>
    <dgm:cxn modelId="{CFE4FBF5-95FD-3C4A-BC69-FD303043EFB7}" type="presParOf" srcId="{7F5E84E2-DBC2-7040-9D4E-E2135E81078E}" destId="{B439F80A-CE55-6F46-9445-591ADCF80D1C}" srcOrd="2" destOrd="0" presId="urn:microsoft.com/office/officeart/2005/8/layout/hProcess11"/>
    <dgm:cxn modelId="{B7608DFA-C499-F140-A883-255902613CAD}" type="presParOf" srcId="{752B2DA8-43A8-7E4A-82E5-46F48574B758}" destId="{E367D053-EA84-D64B-A575-62A41A3560BF}" srcOrd="11" destOrd="0" presId="urn:microsoft.com/office/officeart/2005/8/layout/hProcess11"/>
    <dgm:cxn modelId="{5488347E-DC8D-1047-B9F8-8EE7746C4FDD}" type="presParOf" srcId="{752B2DA8-43A8-7E4A-82E5-46F48574B758}" destId="{480493E7-F5A6-AC4B-8139-09B5188A0DDB}" srcOrd="12" destOrd="0" presId="urn:microsoft.com/office/officeart/2005/8/layout/hProcess11"/>
    <dgm:cxn modelId="{CDB3FE5C-DEFE-FF44-AC68-C9B8DD5EACC7}" type="presParOf" srcId="{480493E7-F5A6-AC4B-8139-09B5188A0DDB}" destId="{3F5AA64E-730A-A242-8BD9-609881F80005}" srcOrd="0" destOrd="0" presId="urn:microsoft.com/office/officeart/2005/8/layout/hProcess11"/>
    <dgm:cxn modelId="{FD1BEF53-0D38-184A-8FCB-C2A39AE2609B}" type="presParOf" srcId="{480493E7-F5A6-AC4B-8139-09B5188A0DDB}" destId="{0036A82D-75CA-D042-86E0-FAC32EAFBDBC}" srcOrd="1" destOrd="0" presId="urn:microsoft.com/office/officeart/2005/8/layout/hProcess11"/>
    <dgm:cxn modelId="{D3013DE0-63E1-454C-86DC-B6080A09F143}" type="presParOf" srcId="{480493E7-F5A6-AC4B-8139-09B5188A0DDB}" destId="{9923FD7E-88BB-A749-8846-2154E1A0149A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A167D-4A28-4F46-8472-BAD8C5AF6694}">
      <dsp:nvSpPr>
        <dsp:cNvPr id="0" name=""/>
        <dsp:cNvSpPr/>
      </dsp:nvSpPr>
      <dsp:spPr>
        <a:xfrm>
          <a:off x="0" y="2477768"/>
          <a:ext cx="11520000" cy="444463"/>
        </a:xfrm>
        <a:prstGeom prst="notchedRightArrow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6AF47-78A7-E94B-8684-2AFEEA1A3543}">
      <dsp:nvSpPr>
        <dsp:cNvPr id="0" name=""/>
        <dsp:cNvSpPr/>
      </dsp:nvSpPr>
      <dsp:spPr>
        <a:xfrm>
          <a:off x="4556" y="0"/>
          <a:ext cx="1992093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21/3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Trial meeting</a:t>
          </a:r>
        </a:p>
      </dsp:txBody>
      <dsp:txXfrm>
        <a:off x="4556" y="0"/>
        <a:ext cx="1992093" cy="2160000"/>
      </dsp:txXfrm>
    </dsp:sp>
    <dsp:sp modelId="{426E2016-6F6D-FA48-916A-42356249765E}">
      <dsp:nvSpPr>
        <dsp:cNvPr id="0" name=""/>
        <dsp:cNvSpPr/>
      </dsp:nvSpPr>
      <dsp:spPr>
        <a:xfrm>
          <a:off x="730603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29461D-EC9F-2341-8A65-93CE89F26939}">
      <dsp:nvSpPr>
        <dsp:cNvPr id="0" name=""/>
        <dsp:cNvSpPr/>
      </dsp:nvSpPr>
      <dsp:spPr>
        <a:xfrm>
          <a:off x="2096254" y="3240000"/>
          <a:ext cx="1992093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31/3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1 stops including participants</a:t>
          </a:r>
        </a:p>
      </dsp:txBody>
      <dsp:txXfrm>
        <a:off x="2096254" y="3240000"/>
        <a:ext cx="1992093" cy="2160000"/>
      </dsp:txXfrm>
    </dsp:sp>
    <dsp:sp modelId="{17897370-63EE-7A43-AC6E-12BE0BEE6B3D}">
      <dsp:nvSpPr>
        <dsp:cNvPr id="0" name=""/>
        <dsp:cNvSpPr/>
      </dsp:nvSpPr>
      <dsp:spPr>
        <a:xfrm>
          <a:off x="2822301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5E6EF-90A1-7A44-B3DC-212EF6F27E27}">
      <dsp:nvSpPr>
        <dsp:cNvPr id="0" name=""/>
        <dsp:cNvSpPr/>
      </dsp:nvSpPr>
      <dsp:spPr>
        <a:xfrm>
          <a:off x="4187953" y="0"/>
          <a:ext cx="1992093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27/4-1/5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3 CRC training including ATLS-adherence</a:t>
          </a:r>
        </a:p>
      </dsp:txBody>
      <dsp:txXfrm>
        <a:off x="4187953" y="0"/>
        <a:ext cx="1992093" cy="2160000"/>
      </dsp:txXfrm>
    </dsp:sp>
    <dsp:sp modelId="{CB5CFE96-C28C-9944-B91A-922FBCBD8A75}">
      <dsp:nvSpPr>
        <dsp:cNvPr id="0" name=""/>
        <dsp:cNvSpPr/>
      </dsp:nvSpPr>
      <dsp:spPr>
        <a:xfrm>
          <a:off x="4913999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2C77A-A44E-554E-AD27-D63B3D117714}">
      <dsp:nvSpPr>
        <dsp:cNvPr id="0" name=""/>
        <dsp:cNvSpPr/>
      </dsp:nvSpPr>
      <dsp:spPr>
        <a:xfrm>
          <a:off x="6279651" y="3240000"/>
          <a:ext cx="1992093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4/5-15/5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3 pilot data collection</a:t>
          </a:r>
        </a:p>
      </dsp:txBody>
      <dsp:txXfrm>
        <a:off x="6279651" y="3240000"/>
        <a:ext cx="1992093" cy="2160000"/>
      </dsp:txXfrm>
    </dsp:sp>
    <dsp:sp modelId="{8AB4C221-B60F-AC43-9593-7710C25C6AC9}">
      <dsp:nvSpPr>
        <dsp:cNvPr id="0" name=""/>
        <dsp:cNvSpPr/>
      </dsp:nvSpPr>
      <dsp:spPr>
        <a:xfrm>
          <a:off x="7005698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073C7-C704-3E44-A9B9-4054B061F96C}">
      <dsp:nvSpPr>
        <dsp:cNvPr id="0" name=""/>
        <dsp:cNvSpPr/>
      </dsp:nvSpPr>
      <dsp:spPr>
        <a:xfrm>
          <a:off x="8371350" y="0"/>
          <a:ext cx="1992093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18/5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3 trial start</a:t>
          </a:r>
        </a:p>
      </dsp:txBody>
      <dsp:txXfrm>
        <a:off x="8371350" y="0"/>
        <a:ext cx="1992093" cy="2160000"/>
      </dsp:txXfrm>
    </dsp:sp>
    <dsp:sp modelId="{CF9DE6F3-3B39-814C-B803-48991C232BCE}">
      <dsp:nvSpPr>
        <dsp:cNvPr id="0" name=""/>
        <dsp:cNvSpPr/>
      </dsp:nvSpPr>
      <dsp:spPr>
        <a:xfrm>
          <a:off x="9097396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A167D-4A28-4F46-8472-BAD8C5AF6694}">
      <dsp:nvSpPr>
        <dsp:cNvPr id="0" name=""/>
        <dsp:cNvSpPr/>
      </dsp:nvSpPr>
      <dsp:spPr>
        <a:xfrm>
          <a:off x="0" y="2458609"/>
          <a:ext cx="11520000" cy="446752"/>
        </a:xfrm>
        <a:prstGeom prst="notchedRightArrow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0B50ED-56AD-424F-9AF8-A55900C0F293}">
      <dsp:nvSpPr>
        <dsp:cNvPr id="0" name=""/>
        <dsp:cNvSpPr/>
      </dsp:nvSpPr>
      <dsp:spPr>
        <a:xfrm>
          <a:off x="2847" y="0"/>
          <a:ext cx="1657968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May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2, 1</a:t>
          </a:r>
          <a:r>
            <a:rPr lang="en-GB" sz="2100" b="0" i="0" kern="120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st</a:t>
          </a:r>
          <a:r>
            <a:rPr lang="en-GB" sz="21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  <a:endParaRPr lang="en-GB" sz="2100" b="0" i="0" kern="1200" dirty="0">
            <a:latin typeface="Roboto Medium" panose="02000000000000000000" pitchFamily="2" charset="0"/>
            <a:ea typeface="Roboto Medium" panose="02000000000000000000" pitchFamily="2" charset="0"/>
          </a:endParaRPr>
        </a:p>
      </dsp:txBody>
      <dsp:txXfrm>
        <a:off x="2847" y="0"/>
        <a:ext cx="1657968" cy="2160000"/>
      </dsp:txXfrm>
    </dsp:sp>
    <dsp:sp modelId="{4F9B86B3-24DB-C04B-9EEF-AAAC6078DF4C}">
      <dsp:nvSpPr>
        <dsp:cNvPr id="0" name=""/>
        <dsp:cNvSpPr/>
      </dsp:nvSpPr>
      <dsp:spPr>
        <a:xfrm>
          <a:off x="561832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BC0D3-1BC9-9C42-86EF-B92AD74241A4}">
      <dsp:nvSpPr>
        <dsp:cNvPr id="0" name=""/>
        <dsp:cNvSpPr/>
      </dsp:nvSpPr>
      <dsp:spPr>
        <a:xfrm>
          <a:off x="1743714" y="3240000"/>
          <a:ext cx="1657968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1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June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1, end of follow up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2 2</a:t>
          </a:r>
          <a:r>
            <a:rPr lang="en-GB" sz="1600" b="0" i="0" kern="120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nd</a:t>
          </a:r>
          <a:r>
            <a:rPr lang="en-GB" sz="16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 site, ATLS training</a:t>
          </a:r>
        </a:p>
      </dsp:txBody>
      <dsp:txXfrm>
        <a:off x="1743714" y="3240000"/>
        <a:ext cx="1657968" cy="2160000"/>
      </dsp:txXfrm>
    </dsp:sp>
    <dsp:sp modelId="{B3C76907-FFA1-6545-B8B9-32B458F451C2}">
      <dsp:nvSpPr>
        <dsp:cNvPr id="0" name=""/>
        <dsp:cNvSpPr/>
      </dsp:nvSpPr>
      <dsp:spPr>
        <a:xfrm>
          <a:off x="2302699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21A55A-9E34-8541-8CE0-655D3DB7031B}">
      <dsp:nvSpPr>
        <dsp:cNvPr id="0" name=""/>
        <dsp:cNvSpPr/>
      </dsp:nvSpPr>
      <dsp:spPr>
        <a:xfrm>
          <a:off x="3484582" y="0"/>
          <a:ext cx="1657968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July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2, 3</a:t>
          </a:r>
          <a:r>
            <a:rPr lang="en-GB" sz="2100" b="0" i="0" kern="120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rd</a:t>
          </a:r>
          <a:r>
            <a:rPr lang="en-GB" sz="21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sp:txBody>
      <dsp:txXfrm>
        <a:off x="3484582" y="0"/>
        <a:ext cx="1657968" cy="2160000"/>
      </dsp:txXfrm>
    </dsp:sp>
    <dsp:sp modelId="{08F599F2-B47E-F04E-A621-AECA9CA2E64F}">
      <dsp:nvSpPr>
        <dsp:cNvPr id="0" name=""/>
        <dsp:cNvSpPr/>
      </dsp:nvSpPr>
      <dsp:spPr>
        <a:xfrm>
          <a:off x="4043566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7BB23-FE3C-F342-AB58-141F1E6A9B6F}">
      <dsp:nvSpPr>
        <dsp:cNvPr id="0" name=""/>
        <dsp:cNvSpPr/>
      </dsp:nvSpPr>
      <dsp:spPr>
        <a:xfrm>
          <a:off x="5225449" y="3240000"/>
          <a:ext cx="1657968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August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 dirty="0">
              <a:latin typeface="Roboto Light" panose="02000000000000000000" pitchFamily="2" charset="0"/>
              <a:ea typeface="Roboto Light" panose="02000000000000000000" pitchFamily="2" charset="0"/>
            </a:rPr>
            <a:t>Batch 2, 4</a:t>
          </a:r>
          <a:r>
            <a:rPr lang="en-GB" sz="2100" b="0" i="0" kern="120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th</a:t>
          </a:r>
          <a:r>
            <a:rPr lang="en-GB" sz="21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sp:txBody>
      <dsp:txXfrm>
        <a:off x="5225449" y="3240000"/>
        <a:ext cx="1657968" cy="2160000"/>
      </dsp:txXfrm>
    </dsp:sp>
    <dsp:sp modelId="{1502EFD4-BF17-DB44-979C-43F30B970BED}">
      <dsp:nvSpPr>
        <dsp:cNvPr id="0" name=""/>
        <dsp:cNvSpPr/>
      </dsp:nvSpPr>
      <dsp:spPr>
        <a:xfrm>
          <a:off x="5784433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D6641-25CD-D742-9325-77B51F021EAD}">
      <dsp:nvSpPr>
        <dsp:cNvPr id="0" name=""/>
        <dsp:cNvSpPr/>
      </dsp:nvSpPr>
      <dsp:spPr>
        <a:xfrm>
          <a:off x="6966316" y="0"/>
          <a:ext cx="1657968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September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2, 5</a:t>
          </a:r>
          <a:r>
            <a:rPr lang="en-GB" sz="2100" b="0" i="0" kern="120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th</a:t>
          </a:r>
          <a:r>
            <a:rPr lang="en-GB" sz="21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sp:txBody>
      <dsp:txXfrm>
        <a:off x="6966316" y="0"/>
        <a:ext cx="1657968" cy="2160000"/>
      </dsp:txXfrm>
    </dsp:sp>
    <dsp:sp modelId="{355E3900-8773-F54B-A952-E856D52F9130}">
      <dsp:nvSpPr>
        <dsp:cNvPr id="0" name=""/>
        <dsp:cNvSpPr/>
      </dsp:nvSpPr>
      <dsp:spPr>
        <a:xfrm>
          <a:off x="7525300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E6307-846D-5343-8AE6-BFA105CA5931}">
      <dsp:nvSpPr>
        <dsp:cNvPr id="0" name=""/>
        <dsp:cNvSpPr/>
      </dsp:nvSpPr>
      <dsp:spPr>
        <a:xfrm>
          <a:off x="8707183" y="3240000"/>
          <a:ext cx="1657968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October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3, 1</a:t>
          </a:r>
          <a:r>
            <a:rPr lang="en-GB" sz="2100" b="0" i="0" kern="120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st</a:t>
          </a:r>
          <a:r>
            <a:rPr lang="en-GB" sz="21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sp:txBody>
      <dsp:txXfrm>
        <a:off x="8707183" y="3240000"/>
        <a:ext cx="1657968" cy="2160000"/>
      </dsp:txXfrm>
    </dsp:sp>
    <dsp:sp modelId="{A5F137D7-26B5-3240-A3F2-9D07F2FC3414}">
      <dsp:nvSpPr>
        <dsp:cNvPr id="0" name=""/>
        <dsp:cNvSpPr/>
      </dsp:nvSpPr>
      <dsp:spPr>
        <a:xfrm>
          <a:off x="9266167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DA167D-4A28-4F46-8472-BAD8C5AF6694}">
      <dsp:nvSpPr>
        <dsp:cNvPr id="0" name=""/>
        <dsp:cNvSpPr/>
      </dsp:nvSpPr>
      <dsp:spPr>
        <a:xfrm>
          <a:off x="0" y="2458609"/>
          <a:ext cx="11520000" cy="446752"/>
        </a:xfrm>
        <a:prstGeom prst="notchedRightArrow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0B50ED-56AD-424F-9AF8-A55900C0F293}">
      <dsp:nvSpPr>
        <dsp:cNvPr id="0" name=""/>
        <dsp:cNvSpPr/>
      </dsp:nvSpPr>
      <dsp:spPr>
        <a:xfrm>
          <a:off x="885" y="0"/>
          <a:ext cx="1420031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November 2026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3, 2</a:t>
          </a:r>
          <a:r>
            <a:rPr lang="en-GB" sz="1700" b="0" i="0" kern="120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nd</a:t>
          </a:r>
          <a:r>
            <a:rPr lang="en-GB" sz="17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  <a:endParaRPr lang="en-GB" sz="1700" b="0" i="0" kern="1200" dirty="0">
            <a:latin typeface="Roboto Medium" panose="02000000000000000000" pitchFamily="2" charset="0"/>
            <a:ea typeface="Roboto Medium" panose="02000000000000000000" pitchFamily="2" charset="0"/>
          </a:endParaRPr>
        </a:p>
      </dsp:txBody>
      <dsp:txXfrm>
        <a:off x="885" y="0"/>
        <a:ext cx="1420031" cy="2160000"/>
      </dsp:txXfrm>
    </dsp:sp>
    <dsp:sp modelId="{4F9B86B3-24DB-C04B-9EEF-AAAC6078DF4C}">
      <dsp:nvSpPr>
        <dsp:cNvPr id="0" name=""/>
        <dsp:cNvSpPr/>
      </dsp:nvSpPr>
      <dsp:spPr>
        <a:xfrm>
          <a:off x="440901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BC0D3-1BC9-9C42-86EF-B92AD74241A4}">
      <dsp:nvSpPr>
        <dsp:cNvPr id="0" name=""/>
        <dsp:cNvSpPr/>
      </dsp:nvSpPr>
      <dsp:spPr>
        <a:xfrm>
          <a:off x="1491918" y="3240000"/>
          <a:ext cx="1420031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1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December 2026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2 stops including participants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3, 3rd site ATLS training</a:t>
          </a:r>
        </a:p>
      </dsp:txBody>
      <dsp:txXfrm>
        <a:off x="1491918" y="3240000"/>
        <a:ext cx="1420031" cy="2160000"/>
      </dsp:txXfrm>
    </dsp:sp>
    <dsp:sp modelId="{B3C76907-FFA1-6545-B8B9-32B458F451C2}">
      <dsp:nvSpPr>
        <dsp:cNvPr id="0" name=""/>
        <dsp:cNvSpPr/>
      </dsp:nvSpPr>
      <dsp:spPr>
        <a:xfrm>
          <a:off x="1931934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B99B2-1A63-EB42-B924-3376F25B3CE3}">
      <dsp:nvSpPr>
        <dsp:cNvPr id="0" name=""/>
        <dsp:cNvSpPr/>
      </dsp:nvSpPr>
      <dsp:spPr>
        <a:xfrm>
          <a:off x="2982951" y="0"/>
          <a:ext cx="1420031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January 2027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3, 4th site ATLS training</a:t>
          </a:r>
        </a:p>
      </dsp:txBody>
      <dsp:txXfrm>
        <a:off x="2982951" y="0"/>
        <a:ext cx="1420031" cy="2160000"/>
      </dsp:txXfrm>
    </dsp:sp>
    <dsp:sp modelId="{DC74559D-AD75-8D45-AE8C-5D4DD5F0299B}">
      <dsp:nvSpPr>
        <dsp:cNvPr id="0" name=""/>
        <dsp:cNvSpPr/>
      </dsp:nvSpPr>
      <dsp:spPr>
        <a:xfrm>
          <a:off x="3422967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81B38-4D36-9A4B-BAAE-A1889BC753E3}">
      <dsp:nvSpPr>
        <dsp:cNvPr id="0" name=""/>
        <dsp:cNvSpPr/>
      </dsp:nvSpPr>
      <dsp:spPr>
        <a:xfrm>
          <a:off x="4473984" y="3240000"/>
          <a:ext cx="1420031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February 2027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baseline="0" dirty="0">
              <a:latin typeface="Roboto Light" panose="02000000000000000000" pitchFamily="2" charset="0"/>
              <a:ea typeface="Roboto Light" panose="02000000000000000000" pitchFamily="2" charset="0"/>
            </a:rPr>
            <a:t>Batch 3, 5</a:t>
          </a:r>
          <a:r>
            <a:rPr lang="en-GB" sz="1700" b="0" i="0" kern="1200" baseline="30000" dirty="0">
              <a:latin typeface="Roboto Light" panose="02000000000000000000" pitchFamily="2" charset="0"/>
              <a:ea typeface="Roboto Light" panose="02000000000000000000" pitchFamily="2" charset="0"/>
            </a:rPr>
            <a:t>th</a:t>
          </a:r>
          <a:r>
            <a:rPr lang="en-GB" sz="17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 site ATLS training</a:t>
          </a:r>
        </a:p>
      </dsp:txBody>
      <dsp:txXfrm>
        <a:off x="4473984" y="3240000"/>
        <a:ext cx="1420031" cy="2160000"/>
      </dsp:txXfrm>
    </dsp:sp>
    <dsp:sp modelId="{801D37C1-0275-3346-8DBD-D4E7C9CA0CC7}">
      <dsp:nvSpPr>
        <dsp:cNvPr id="0" name=""/>
        <dsp:cNvSpPr/>
      </dsp:nvSpPr>
      <dsp:spPr>
        <a:xfrm>
          <a:off x="4914000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10443-B9AB-BB47-B2D1-72BAFF8049FB}">
      <dsp:nvSpPr>
        <dsp:cNvPr id="0" name=""/>
        <dsp:cNvSpPr/>
      </dsp:nvSpPr>
      <dsp:spPr>
        <a:xfrm>
          <a:off x="5965017" y="0"/>
          <a:ext cx="1420031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March 2027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2 end of follow up</a:t>
          </a:r>
        </a:p>
      </dsp:txBody>
      <dsp:txXfrm>
        <a:off x="5965017" y="0"/>
        <a:ext cx="1420031" cy="2160000"/>
      </dsp:txXfrm>
    </dsp:sp>
    <dsp:sp modelId="{906BC0A3-B4CB-8842-BACB-5F79A1B5DB42}">
      <dsp:nvSpPr>
        <dsp:cNvPr id="0" name=""/>
        <dsp:cNvSpPr/>
      </dsp:nvSpPr>
      <dsp:spPr>
        <a:xfrm>
          <a:off x="6405032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DD3946-188F-6742-A8DE-EABBD74D5101}">
      <dsp:nvSpPr>
        <dsp:cNvPr id="0" name=""/>
        <dsp:cNvSpPr/>
      </dsp:nvSpPr>
      <dsp:spPr>
        <a:xfrm>
          <a:off x="7456050" y="3240000"/>
          <a:ext cx="1420031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May 2027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3 stops including patients</a:t>
          </a:r>
        </a:p>
      </dsp:txBody>
      <dsp:txXfrm>
        <a:off x="7456050" y="3240000"/>
        <a:ext cx="1420031" cy="2160000"/>
      </dsp:txXfrm>
    </dsp:sp>
    <dsp:sp modelId="{2546EF0B-2CA7-454A-8F52-57F0E311F2DA}">
      <dsp:nvSpPr>
        <dsp:cNvPr id="0" name=""/>
        <dsp:cNvSpPr/>
      </dsp:nvSpPr>
      <dsp:spPr>
        <a:xfrm>
          <a:off x="7896065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AA64E-730A-A242-8BD9-609881F80005}">
      <dsp:nvSpPr>
        <dsp:cNvPr id="0" name=""/>
        <dsp:cNvSpPr/>
      </dsp:nvSpPr>
      <dsp:spPr>
        <a:xfrm>
          <a:off x="8947082" y="0"/>
          <a:ext cx="1420031" cy="21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Medium" panose="02000000000000000000" pitchFamily="2" charset="0"/>
              <a:ea typeface="Roboto Medium" panose="02000000000000000000" pitchFamily="2" charset="0"/>
            </a:rPr>
            <a:t>August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 dirty="0">
              <a:latin typeface="Roboto Light" panose="02000000000000000000" pitchFamily="2" charset="0"/>
              <a:ea typeface="Roboto Light" panose="02000000000000000000" pitchFamily="2" charset="0"/>
            </a:rPr>
            <a:t>Batch 3 end of follow up</a:t>
          </a:r>
        </a:p>
      </dsp:txBody>
      <dsp:txXfrm>
        <a:off x="8947082" y="0"/>
        <a:ext cx="1420031" cy="2160000"/>
      </dsp:txXfrm>
    </dsp:sp>
    <dsp:sp modelId="{0036A82D-75CA-D042-86E0-FAC32EAFBDBC}">
      <dsp:nvSpPr>
        <dsp:cNvPr id="0" name=""/>
        <dsp:cNvSpPr/>
      </dsp:nvSpPr>
      <dsp:spPr>
        <a:xfrm>
          <a:off x="9387098" y="2430000"/>
          <a:ext cx="540000" cy="540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9BD839-C2F1-A04F-A26C-53EA3138343A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9F857-477C-C844-A2C4-260961906B4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67323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23A6D-169A-A924-3BB9-F8B3EF543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3D068-88DA-90DB-49A5-1A2F803EE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F4B012-6892-4664-18E5-FE84C1099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EDDBE-3DD1-BBF9-5E67-91D5D4C35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8000DA-AA07-4045-828C-4462B83F9AA9}" type="slidenum">
              <a:rPr kumimoji="0" lang="en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S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018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16F3-5A63-81DE-8CB6-64F0A744B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3A702-DE40-EE63-1D52-1EA6FB653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85785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4991-5571-8B44-D097-AD9E054C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05EE3-14E5-FD08-89B8-5F65C0E75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4C5DED5-0E38-F53B-57F5-36FD21787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SE" dirty="0"/>
              <a:t>Updated 2026-03-18</a:t>
            </a:r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ACADDBB-0377-68D5-C570-64311D532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GB"/>
              <a:t>ADVANCE TRAUMA (NCT06321419)</a:t>
            </a:r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306CF3-20A3-25FA-002A-431D316EC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fld id="{D747F9C1-1E21-6A41-BEAA-C61935077C9F}" type="slidenum">
              <a:rPr lang="en-SE" smtClean="0"/>
              <a:pPr/>
              <a:t>‹#›</a:t>
            </a:fld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33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558F-E99D-A85C-CDC2-6080EF02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FCA6F-D4EC-6A2F-884C-D7F6BD86B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02511-1895-5DE9-95EB-6B323D2D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57AE0-E686-7A47-4828-A1E3D57E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7767E-7785-8AA3-1FDE-D4300963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724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BDB39-A6FF-B387-3F8A-E5F4C523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7B8C-A6EE-3DE1-CD75-080108035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36B73-35F8-BEC4-FBAE-70D8ED656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51D03-A50B-CA40-8E97-814A0E79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B4A58-EB1C-4AE9-7091-467291B2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1654C-2E15-5285-4201-2D536381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4624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172C-BB07-308C-30C1-E3024ED15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33F67-771B-4137-C36B-7841BB998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31816-CAE2-C8A8-EA82-DF7286256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0F0FC5-9C17-4871-7D8E-54887A81D1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393C85-7606-F2AF-C591-950552642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C1914-6486-4D36-42C2-15C9B102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A5DD9-B4F9-A371-995F-45D87594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972776-FAD2-C8E0-1239-91B7BE58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8338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D1D3-3B8C-073D-5633-E0B7B7A0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A622A-7C2B-C140-1460-66A01CBB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E0FE5-D138-9490-D700-5D972679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61081-F1D8-1C06-6E8D-DA4EA14F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8443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223A52-2359-CA6F-6718-1ACF82781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D7C728-5A94-7D7A-C600-E9958D68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945B5-A786-881C-0FAD-2A53262B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1241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25D1-99F3-3984-7D8C-647EAC208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5C845-D5EE-7471-B13E-4DE42BE77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EF27A-2A39-C224-1200-61288F9FE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578CD-2E96-D7B7-3767-807ACE1B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DD25A-4AD9-40CF-2A09-26CF8F8B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E4BC1-51A2-E8CE-6BD9-314DEA55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18037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3B32-DE51-1E4E-79AA-1F37A457D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DDCAC-3DA4-31E7-AF81-00F3F5326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11E65-435C-124D-F895-04D58114B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71F4C-0D7A-6DFE-B0E3-ADE6FE2E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F5FA1-0186-F890-BD9D-4C339BBA4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039CD-CD2B-E65B-7FE2-14F8E4B1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98836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48D6-D342-817F-4A6E-C7FF7AF1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50AFA-528F-ECB5-3440-77D58B9B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E812B-3B27-0CC3-E769-D6746B27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0DF23-4EE6-AD17-31F5-AA4BCC20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BF4D-04E6-27EC-3A31-39B278A7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4169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01BD1-8D4B-9FB8-A295-736F7FA71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26220-3110-F489-D425-44E9FB4F8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9183D-26DB-9182-74B0-44830113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7589F-2808-F947-87E3-F3A215F17535}" type="datetimeFigureOut">
              <a:rPr lang="en-SE" smtClean="0"/>
              <a:t>2026-03-20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44A75-56FA-BBAC-C517-E5206AD7A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10D50-9486-FE41-5804-F694BDFB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F9C1-1E21-6A41-BEAA-C61935077C9F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7699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7A7-39EF-A02A-6238-F32BEBD70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8124B-A5C3-CF30-3335-37BBA1467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22A75-6A8B-0547-D32D-1E0FC4B0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2024-05-07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4D99-AC26-2EC9-97EC-AE645B87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B32DA-6630-9B35-30E8-AFBCDBF9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75615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08CCA-5766-1123-D2E9-085130C9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AE19-1B4A-1DCA-5327-50B6F3D8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>
              <a:defRPr b="0" i="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2pPr>
            <a:lvl3pPr>
              <a:defRPr b="0" i="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3pPr>
            <a:lvl4pPr>
              <a:defRPr b="0" i="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4pPr>
            <a:lvl5pPr>
              <a:defRPr b="0" i="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A7C47-1E66-5D9B-99B3-276D74DB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sv-SE"/>
              <a:t>2024-05-07</a:t>
            </a:r>
            <a:endParaRPr lang="en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54AB5-05D8-147E-2971-B0EEA0F7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B339B-A31E-246D-575A-5C339B56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121908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08CCA-5766-1123-D2E9-085130C9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AE19-1B4A-1DCA-5327-50B6F3D8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>
              <a:defRPr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2pPr>
            <a:lvl3pPr>
              <a:defRPr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3pPr>
            <a:lvl4pPr>
              <a:defRPr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4pPr>
            <a:lvl5pPr>
              <a:defRPr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A7C47-1E66-5D9B-99B3-276D74DB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sv-SE"/>
              <a:t>2024-05-07</a:t>
            </a:r>
            <a:endParaRPr lang="en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54AB5-05D8-147E-2971-B0EEA0F7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ATLS vs Standard Care Trial (NCT06321419)</a:t>
            </a:r>
            <a:endParaRPr lang="en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B339B-A31E-246D-575A-5C339B56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842037C-A29C-7B4E-939E-FBF38CA47B9C}" type="slidenum">
              <a:rPr lang="en-SE" smtClean="0"/>
              <a:pPr/>
              <a:t>‹#›</a:t>
            </a:fld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959591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99DA-FF83-7FA6-C24D-3EC5563C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629BE-966F-932E-51A1-353D9F3BE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9FA09-27BC-D53B-9DAF-E569ACD5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2024-05-07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72C6F-8250-9358-C7E5-7CB98D48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FF7BA-CBDF-B2E2-F9CD-79C32B36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34388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B9447-B467-2B1B-085C-98F2ED63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2F0C3-7B03-8FF5-539B-8D66FE3FD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830B0-DECF-5392-F63F-3670C6E3A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>
              <a:defRPr b="0" i="0"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6FDD5-8F02-1EDA-6FB7-AD4D74AE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 dirty="0" err="1"/>
              <a:t>Updated</a:t>
            </a:r>
            <a:r>
              <a:rPr lang="sv-SE" dirty="0"/>
              <a:t> 2026-03-18</a:t>
            </a:r>
            <a:endParaRPr lang="en-S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6D0D2-DE7B-F000-544D-DBF8F6BC3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ADVANCE TRAUMA (NCT06321419)</a:t>
            </a:r>
            <a:endParaRPr lang="en-S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21325-E00E-3CD2-1CDB-66C0B976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18856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FE82-1BF8-9707-3B1D-55D593C00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E0C24-62C6-417F-C4CF-ABE2DBD91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6AC6D-3003-00F5-0325-7C3B6978C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6A30A-1D3C-69BE-764B-9418AFB2B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416E1-68F8-31A9-4AB6-26571E0A8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D0C31D-3563-A0BC-BFFD-F10D413FA7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2024-05-07</a:t>
            </a:r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84139B-26E4-C510-516B-555FEE7B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927663-1BE2-4AF1-69B8-6B736CD8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64354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D67A0-3339-6FA2-7D44-7617ED410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C3A53-3DC4-9B90-8E20-AE78EB5A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2024-05-07</a:t>
            </a:r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8CD0C-84D3-581A-732F-8B24BCA43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B60A3-2BF1-2E55-AEBF-2F714AC2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01276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54D4B3-18E8-E836-BF63-FC8AF4EB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2024-05-07</a:t>
            </a:r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03AD2-EEB6-61B5-6F96-72630BA7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C0165-A2C3-5131-1857-F6C62EB2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70521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FD4CA-D98C-4A6D-E904-632AD400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6F8F2-22F6-FD85-2379-1EFFC3EC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3ECD5-B58F-388B-079A-B3C2BC224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FE3EB-2312-3558-93F4-0DD09307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2024-05-07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73140-D5D9-DDC8-3703-E9FF06A4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6BB32-7954-A4D3-A643-3C3534FCB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943982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2AE5A-58DE-7ACE-73F3-6E1A4971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5D6D1-0105-84AF-AC45-03DC47F07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458ED-BBCA-C3BE-7E1F-EA6570028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D8304-C7DE-3C14-527B-9EB54D74B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2024-05-07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C186A-1B97-3365-F97D-D61B84DB1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2E3-1A40-D3C2-F2E8-DBD28D8E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63945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43BC-31C7-7639-1A92-BB556990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C36F1-97D2-E780-BE64-30C4622D6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463E-D5FF-4275-826E-B80724007A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2024-05-07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58F87-B50F-5122-BD21-E770E603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012A2-F038-5CAF-D19B-34A2F4AA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18621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657C66-DD44-DFAF-9B6D-C4DF32CD5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7A106-B524-2045-ADFE-DC388C187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A923-0D82-D878-E642-15B9EBFF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sv-SE"/>
              <a:t>2024-05-07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88006-8C87-1AED-B54D-F4DB8C27D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ATLS vs Standard Care Trial (NCT06321419)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297CA-D9F6-5A34-63A3-FD61B71A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842037C-A29C-7B4E-939E-FBF38CA47B9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0859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187E9-7FCE-6042-46A9-4977513F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6BD3D-11D0-14EB-1E96-7B673DB15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89715-BEB7-7A1C-FFA8-B695F9170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SE" dirty="0"/>
              <a:t>Updated 2026-03-18</a:t>
            </a:r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B779E-AA9E-9E74-1509-BC7D14292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n-GB"/>
              <a:t>ADVANCE TRAUMA (NCT06321419)</a:t>
            </a:r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CD816-F1D8-8AE0-D36A-7977D49DD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fld id="{D747F9C1-1E21-6A41-BEAA-C61935077C9F}" type="slidenum">
              <a:rPr lang="en-SE" smtClean="0"/>
              <a:pPr/>
              <a:t>‹#›</a:t>
            </a:fld>
            <a:endParaRPr lang="en-SE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73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A3893A-ED1E-85DE-37AB-340AD736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F353B-BA2D-F17D-5F07-1665ACE88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Fifth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SE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A34A50E8-B7DC-FBC9-5ABB-03EE95CEAD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sv-SE"/>
              <a:t>Updated 2026-03-18</a:t>
            </a:r>
            <a:endParaRPr lang="en-SE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EDDFCEC5-052C-D53F-2792-0FE87A334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ctr"/>
            <a:r>
              <a:rPr lang="en-GB" dirty="0"/>
              <a:t>ADVANCE TRAUMA (NCT06321419)</a:t>
            </a:r>
            <a:endParaRPr lang="en-SE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D90008A6-4A62-1DA4-6DFF-8F62D393A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r"/>
            <a:fld id="{2842037C-A29C-7B4E-939E-FBF38CA47B9C}" type="slidenum">
              <a:rPr lang="en-SE" smtClean="0"/>
              <a:pPr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6632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000" b="1" kern="1200">
          <a:solidFill>
            <a:schemeClr val="tx1"/>
          </a:solidFill>
          <a:latin typeface="Garamond" panose="02020404030301010803" pitchFamily="18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A25E2-D520-E0FC-FC85-E63FD739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23E9D1-676E-5929-512F-E8FB8B075A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4549" y="334450"/>
            <a:ext cx="11842902" cy="618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1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9257DF-8BA1-8FF9-5FE0-E4E22C381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5380"/>
            <a:ext cx="9144000" cy="219029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Helvetica Neue" panose="02000503000000020004" pitchFamily="2" charset="0"/>
              </a:rPr>
              <a:t>Batch 3 onboarding</a:t>
            </a:r>
          </a:p>
          <a:p>
            <a:endParaRPr lang="en-GB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Helvetica Neue" panose="02000503000000020004" pitchFamily="2" charset="0"/>
            </a:endParaRPr>
          </a:p>
          <a:p>
            <a:r>
              <a:rPr lang="en-GB" sz="2000" dirty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Helvetica Neue" panose="02000503000000020004" pitchFamily="2" charset="0"/>
              </a:rPr>
              <a:t>Trial Meeting 2026・www.advancetrauma.info</a:t>
            </a:r>
            <a:endParaRPr lang="en-SE" sz="2000" dirty="0">
              <a:solidFill>
                <a:schemeClr val="bg1"/>
              </a:solidFill>
              <a:latin typeface="Roboto Thin" panose="02000000000000000000" pitchFamily="2" charset="0"/>
              <a:ea typeface="Roboto Thin" panose="02000000000000000000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79075-C712-55C6-0DF7-5934AE764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991208"/>
            <a:ext cx="7200000" cy="292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8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D88A-0B64-D65F-9734-70087E5B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SE" b="1" dirty="0"/>
              <a:t>Questions</a:t>
            </a:r>
          </a:p>
        </p:txBody>
      </p:sp>
      <p:pic>
        <p:nvPicPr>
          <p:cNvPr id="5" name="Picture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1AA23E8D-C8C8-066A-387C-4A3B38C8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689" y="1922689"/>
            <a:ext cx="3012621" cy="30126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F2C5B0-0C4A-6511-25AA-6D44A9BE4CFE}"/>
              </a:ext>
            </a:extLst>
          </p:cNvPr>
          <p:cNvSpPr txBox="1"/>
          <p:nvPr/>
        </p:nvSpPr>
        <p:spPr>
          <a:xfrm>
            <a:off x="4202565" y="5167311"/>
            <a:ext cx="3786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E" dirty="0">
                <a:latin typeface="Roboto Medium" panose="02000000000000000000" pitchFamily="2" charset="0"/>
                <a:ea typeface="Roboto Medium" panose="02000000000000000000" pitchFamily="2" charset="0"/>
              </a:rPr>
              <a:t>www.menti.com/alwi12gy3iek</a:t>
            </a:r>
          </a:p>
        </p:txBody>
      </p:sp>
    </p:spTree>
    <p:extLst>
      <p:ext uri="{BB962C8B-B14F-4D97-AF65-F5344CB8AC3E}">
        <p14:creationId xmlns:p14="http://schemas.microsoft.com/office/powerpoint/2010/main" val="373169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399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DDD71-A94F-C595-610C-AF2357F17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9A1D-B1CB-C2AC-8E83-127D7B7A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3725"/>
            <a:ext cx="10515600" cy="1906676"/>
          </a:xfrm>
        </p:spPr>
        <p:txBody>
          <a:bodyPr>
            <a:spAutoFit/>
          </a:bodyPr>
          <a:lstStyle/>
          <a:p>
            <a:r>
              <a:rPr lang="en-SE" sz="6700" dirty="0">
                <a:solidFill>
                  <a:schemeClr val="bg1"/>
                </a:solidFill>
              </a:rPr>
              <a:t>Aim</a:t>
            </a:r>
            <a:br>
              <a:rPr lang="en-SE" dirty="0">
                <a:solidFill>
                  <a:schemeClr val="bg1"/>
                </a:solidFill>
              </a:rPr>
            </a:br>
            <a:r>
              <a:rPr lang="en-GB" sz="32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To compare the effects of ATLS</a:t>
            </a:r>
            <a:r>
              <a:rPr lang="en-GB" sz="3200" b="0" baseline="30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®</a:t>
            </a:r>
            <a:r>
              <a:rPr lang="en-GB" sz="3200" b="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 training with standard care on outcomes in adult trauma patients</a:t>
            </a:r>
            <a:endParaRPr lang="en-SE" sz="3200" b="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3" name="Footer Placeholder 27">
            <a:extLst>
              <a:ext uri="{FF2B5EF4-FFF2-40B4-BE49-F238E27FC236}">
                <a16:creationId xmlns:a16="http://schemas.microsoft.com/office/drawing/2014/main" id="{2FF4BD6F-F7A4-C242-8412-873580B6CD42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+mn-cs"/>
              </a:rPr>
              <a:t>ADVANCE TRAUMA trial (NCT06321419)</a:t>
            </a:r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+mn-cs"/>
            </a:endParaRPr>
          </a:p>
        </p:txBody>
      </p:sp>
      <p:sp>
        <p:nvSpPr>
          <p:cNvPr id="6" name="Slide Number Placeholder 28">
            <a:extLst>
              <a:ext uri="{FF2B5EF4-FFF2-40B4-BE49-F238E27FC236}">
                <a16:creationId xmlns:a16="http://schemas.microsoft.com/office/drawing/2014/main" id="{71576FAD-20EA-6F9F-C7E7-27B18E06ED8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S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42037C-A29C-7B4E-939E-FBF38CA47B9C}" type="slidenum">
              <a:rPr kumimoji="0" lang="en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64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3E5C1D6-13E5-968C-AC6E-476BC48725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577129"/>
              </p:ext>
            </p:extLst>
          </p:nvPr>
        </p:nvGraphicFramePr>
        <p:xfrm>
          <a:off x="838195" y="5044235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9735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14317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6481545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297E534-CB97-6B88-D4BD-428861785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780886"/>
              </p:ext>
            </p:extLst>
          </p:nvPr>
        </p:nvGraphicFramePr>
        <p:xfrm>
          <a:off x="838195" y="1407832"/>
          <a:ext cx="105155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36953585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3024901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2902167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140729099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8444247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0481053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7052849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7486235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12211576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4928198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8146865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073213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49402376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2026</a:t>
                      </a: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2027</a:t>
                      </a:r>
                    </a:p>
                  </a:txBody>
                  <a:tcPr>
                    <a:solidFill>
                      <a:srgbClr val="1C9EB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Jun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Jul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Aug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Sep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Oct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Nov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Dec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Feb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093567"/>
                  </a:ext>
                </a:extLst>
              </a:tr>
            </a:tbl>
          </a:graphicData>
        </a:graphic>
      </p:graphicFrame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CDFF561D-8D49-06A1-BB93-6678B93111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6508908"/>
              </p:ext>
            </p:extLst>
          </p:nvPr>
        </p:nvGraphicFramePr>
        <p:xfrm>
          <a:off x="838195" y="4337275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2638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05399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5667560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C26DEB9E-FD07-A95A-5186-AB892DFB1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8379260"/>
              </p:ext>
            </p:extLst>
          </p:nvPr>
        </p:nvGraphicFramePr>
        <p:xfrm>
          <a:off x="838196" y="3630315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49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4857748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A25802C2-1EFD-99F6-627B-534D6C770E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958172"/>
              </p:ext>
            </p:extLst>
          </p:nvPr>
        </p:nvGraphicFramePr>
        <p:xfrm>
          <a:off x="838195" y="2923354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9057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4046312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5" name="Content Placeholder 6">
            <a:extLst>
              <a:ext uri="{FF2B5EF4-FFF2-40B4-BE49-F238E27FC236}">
                <a16:creationId xmlns:a16="http://schemas.microsoft.com/office/drawing/2014/main" id="{78805416-B471-ACB2-D32F-6D240EA736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2754697"/>
              </p:ext>
            </p:extLst>
          </p:nvPr>
        </p:nvGraphicFramePr>
        <p:xfrm>
          <a:off x="838195" y="2216393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936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11454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3234207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0EFFDC-7C88-9E29-631B-5A6F953FA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721153"/>
              </p:ext>
            </p:extLst>
          </p:nvPr>
        </p:nvGraphicFramePr>
        <p:xfrm>
          <a:off x="838195" y="5751195"/>
          <a:ext cx="105155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36953585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3024901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2902167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140729099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8444247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0481053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7052849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7486235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12211576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4928198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8146865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073213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49402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Jun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Jul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Aug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Sep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Oct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Nov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Dec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Jan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Feb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Mar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Apr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63228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bg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2026</a:t>
                      </a: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bg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2027</a:t>
                      </a:r>
                    </a:p>
                  </a:txBody>
                  <a:tcPr>
                    <a:solidFill>
                      <a:srgbClr val="1C9EB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93567"/>
                  </a:ext>
                </a:extLst>
              </a:tr>
            </a:tbl>
          </a:graphicData>
        </a:graphic>
      </p:graphicFrame>
      <p:sp>
        <p:nvSpPr>
          <p:cNvPr id="20" name="Title 1">
            <a:extLst>
              <a:ext uri="{FF2B5EF4-FFF2-40B4-BE49-F238E27FC236}">
                <a16:creationId xmlns:a16="http://schemas.microsoft.com/office/drawing/2014/main" id="{03CE4357-7DA0-477D-0C38-4EE2CC39B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</a:rPr>
              <a:t>Main Design</a:t>
            </a:r>
          </a:p>
        </p:txBody>
      </p:sp>
    </p:spTree>
    <p:extLst>
      <p:ext uri="{BB962C8B-B14F-4D97-AF65-F5344CB8AC3E}">
        <p14:creationId xmlns:p14="http://schemas.microsoft.com/office/powerpoint/2010/main" val="1270675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6FD7F-B4E7-14FD-BCE2-22E214C1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8EA7FA7-41D6-DD2A-AE44-98BE5DF94E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5" y="5044235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9735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14317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6481545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344E9F-024B-749C-E043-91435EF9CF12}"/>
              </a:ext>
            </a:extLst>
          </p:cNvPr>
          <p:cNvGraphicFramePr>
            <a:graphicFrameLocks noGrp="1"/>
          </p:cNvGraphicFramePr>
          <p:nvPr/>
        </p:nvGraphicFramePr>
        <p:xfrm>
          <a:off x="838195" y="1407832"/>
          <a:ext cx="105155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36953585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3024901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2902167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140729099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8444247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0481053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7052849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7486235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12211576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4928198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8146865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073213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49402376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2026</a:t>
                      </a: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2027</a:t>
                      </a:r>
                    </a:p>
                  </a:txBody>
                  <a:tcPr>
                    <a:solidFill>
                      <a:srgbClr val="1C9EB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Jun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Jul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Aug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Sep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Oct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Nov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Dec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Feb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093567"/>
                  </a:ext>
                </a:extLst>
              </a:tr>
            </a:tbl>
          </a:graphicData>
        </a:graphic>
      </p:graphicFrame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A3771A8F-6B38-FF40-4D14-BF999E19B625}"/>
              </a:ext>
            </a:extLst>
          </p:cNvPr>
          <p:cNvGraphicFramePr>
            <a:graphicFrameLocks/>
          </p:cNvGraphicFramePr>
          <p:nvPr/>
        </p:nvGraphicFramePr>
        <p:xfrm>
          <a:off x="838195" y="4337275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2638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05399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5667560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3E4E0E69-0C72-2112-8B24-D4D687EC5FC3}"/>
              </a:ext>
            </a:extLst>
          </p:cNvPr>
          <p:cNvGraphicFramePr>
            <a:graphicFrameLocks/>
          </p:cNvGraphicFramePr>
          <p:nvPr/>
        </p:nvGraphicFramePr>
        <p:xfrm>
          <a:off x="838196" y="3630315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49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4857748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A6D67AE2-C53F-8A3E-F3D3-14C0FACC20B4}"/>
              </a:ext>
            </a:extLst>
          </p:cNvPr>
          <p:cNvGraphicFramePr>
            <a:graphicFrameLocks/>
          </p:cNvGraphicFramePr>
          <p:nvPr/>
        </p:nvGraphicFramePr>
        <p:xfrm>
          <a:off x="838195" y="2923354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9057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4046312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5" name="Content Placeholder 6">
            <a:extLst>
              <a:ext uri="{FF2B5EF4-FFF2-40B4-BE49-F238E27FC236}">
                <a16:creationId xmlns:a16="http://schemas.microsoft.com/office/drawing/2014/main" id="{F85D4A01-8682-D8EF-4864-E82180CD5345}"/>
              </a:ext>
            </a:extLst>
          </p:cNvPr>
          <p:cNvGraphicFramePr>
            <a:graphicFrameLocks/>
          </p:cNvGraphicFramePr>
          <p:nvPr/>
        </p:nvGraphicFramePr>
        <p:xfrm>
          <a:off x="838195" y="2216393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9936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811454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3234207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Observation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Intervention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F427E65-6640-0742-9C5D-E6B2537DE2E7}"/>
              </a:ext>
            </a:extLst>
          </p:cNvPr>
          <p:cNvGraphicFramePr>
            <a:graphicFrameLocks noGrp="1"/>
          </p:cNvGraphicFramePr>
          <p:nvPr/>
        </p:nvGraphicFramePr>
        <p:xfrm>
          <a:off x="838195" y="5751195"/>
          <a:ext cx="105155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36953585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3024901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2902167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140729099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8444247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0481053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7052849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7486235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12211576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4928198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8146865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073213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49402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Jun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Jul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Aug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Sep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Oct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Nov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Dec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Jan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Feb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Mar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Apr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63228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bg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2026</a:t>
                      </a: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bg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2027</a:t>
                      </a:r>
                    </a:p>
                  </a:txBody>
                  <a:tcPr>
                    <a:solidFill>
                      <a:srgbClr val="1C9EB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93567"/>
                  </a:ext>
                </a:extLst>
              </a:tr>
            </a:tbl>
          </a:graphicData>
        </a:graphic>
      </p:graphicFrame>
      <p:sp>
        <p:nvSpPr>
          <p:cNvPr id="20" name="Title 1">
            <a:extLst>
              <a:ext uri="{FF2B5EF4-FFF2-40B4-BE49-F238E27FC236}">
                <a16:creationId xmlns:a16="http://schemas.microsoft.com/office/drawing/2014/main" id="{A34688CC-0BDE-38FE-7F07-DF3751CA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</a:rPr>
              <a:t>Main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ECDDE8-BB58-1804-1DCA-7513EA4564D9}"/>
              </a:ext>
            </a:extLst>
          </p:cNvPr>
          <p:cNvSpPr/>
          <p:nvPr/>
        </p:nvSpPr>
        <p:spPr>
          <a:xfrm>
            <a:off x="557507" y="2143675"/>
            <a:ext cx="11076972" cy="284232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71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63B4-C9B3-6AA3-51C8-EFF752C21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</a:rPr>
              <a:t>Main Design Outcomes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89A0AA-2944-7446-3EBD-0C4C8D7B7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SE" dirty="0">
                <a:latin typeface="Roboto Medium" panose="02000000000000000000" pitchFamily="2" charset="0"/>
                <a:ea typeface="Roboto Medium" panose="02000000000000000000" pitchFamily="2" charset="0"/>
              </a:rPr>
              <a:t>Primary outcome: </a:t>
            </a:r>
            <a:r>
              <a:rPr lang="en-SE" dirty="0"/>
              <a:t>30-day in-hospital mortality</a:t>
            </a:r>
          </a:p>
          <a:p>
            <a:r>
              <a:rPr lang="en-SE" dirty="0">
                <a:latin typeface="Roboto Light" panose="02000000000000000000" pitchFamily="2" charset="0"/>
                <a:ea typeface="Roboto Light" panose="02000000000000000000" pitchFamily="2" charset="0"/>
              </a:rPr>
              <a:t>Collected through medical records for patients admitted or discharged home</a:t>
            </a:r>
          </a:p>
          <a:p>
            <a:r>
              <a:rPr lang="en-SE" dirty="0">
                <a:latin typeface="Roboto Light" panose="02000000000000000000" pitchFamily="2" charset="0"/>
                <a:ea typeface="Roboto Light" panose="02000000000000000000" pitchFamily="2" charset="0"/>
              </a:rPr>
              <a:t>Collected through telephonic follow-up for patients transferred to another hospital</a:t>
            </a:r>
          </a:p>
          <a:p>
            <a:endParaRPr lang="en-SE" dirty="0"/>
          </a:p>
          <a:p>
            <a:pPr marL="0" indent="0">
              <a:buNone/>
            </a:pPr>
            <a:r>
              <a:rPr lang="en-SE" dirty="0">
                <a:latin typeface="Roboto Medium" panose="02000000000000000000" pitchFamily="2" charset="0"/>
                <a:ea typeface="Roboto Medium" panose="02000000000000000000" pitchFamily="2" charset="0"/>
              </a:rPr>
              <a:t>Secondary outcomes</a:t>
            </a:r>
          </a:p>
          <a:p>
            <a:pPr marL="285750" indent="-285750"/>
            <a:r>
              <a:rPr lang="en-SE" dirty="0"/>
              <a:t>All cause and in-hospital mortality at 24 hours, 30 days and 90 days</a:t>
            </a:r>
          </a:p>
          <a:p>
            <a:pPr marL="285750" indent="-285750"/>
            <a:r>
              <a:rPr lang="en-SE" dirty="0"/>
              <a:t>Return to work, measured at 30 days and 90 days</a:t>
            </a:r>
          </a:p>
          <a:p>
            <a:pPr marL="285750" indent="-285750"/>
            <a:r>
              <a:rPr lang="en-SE" dirty="0"/>
              <a:t>Length of stay, in the ED, ICU and hospital</a:t>
            </a:r>
          </a:p>
          <a:p>
            <a:endParaRPr lang="en-SE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3" name="Date Placeholder 26">
            <a:extLst>
              <a:ext uri="{FF2B5EF4-FFF2-40B4-BE49-F238E27FC236}">
                <a16:creationId xmlns:a16="http://schemas.microsoft.com/office/drawing/2014/main" id="{B0D23E5E-95C8-796D-A859-A2689251B2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DC5173-7837-D543-87C9-BB5481370E53}" type="datetime1">
              <a:rPr lang="sv-SE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2026-03-20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" name="Footer Placeholder 27">
            <a:extLst>
              <a:ext uri="{FF2B5EF4-FFF2-40B4-BE49-F238E27FC236}">
                <a16:creationId xmlns:a16="http://schemas.microsoft.com/office/drawing/2014/main" id="{E3C34118-7D36-6028-8981-6A1E32DD4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ADVANCE TRAUMA</a:t>
            </a:r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9" name="Slide Number Placeholder 28">
            <a:extLst>
              <a:ext uri="{FF2B5EF4-FFF2-40B4-BE49-F238E27FC236}">
                <a16:creationId xmlns:a16="http://schemas.microsoft.com/office/drawing/2014/main" id="{D6004AFC-708D-005A-C8B1-45D75EFB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AFF88E-1A69-FB4E-8220-ADD83A201650}" type="slidenum">
              <a:rPr lang="en-SE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39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B3B7D-EF50-A34A-D062-85C4808D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D821BDA-735A-BE65-BDBC-ADC9CC705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707495"/>
              </p:ext>
            </p:extLst>
          </p:nvPr>
        </p:nvGraphicFramePr>
        <p:xfrm>
          <a:off x="838195" y="5044235"/>
          <a:ext cx="10515599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934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2414802">
                  <a:extLst>
                    <a:ext uri="{9D8B030D-6E8A-4147-A177-3AD203B41FA5}">
                      <a16:colId xmlns:a16="http://schemas.microsoft.com/office/drawing/2014/main" val="1447819987"/>
                    </a:ext>
                  </a:extLst>
                </a:gridCol>
                <a:gridCol w="814317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2430579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  <a:gridCol w="4050967">
                  <a:extLst>
                    <a:ext uri="{9D8B030D-6E8A-4147-A177-3AD203B41FA5}">
                      <a16:colId xmlns:a16="http://schemas.microsoft.com/office/drawing/2014/main" val="2802797716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Pre-training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Post-training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842C83-06B2-03F2-1DE9-7EE4D37AA567}"/>
              </a:ext>
            </a:extLst>
          </p:cNvPr>
          <p:cNvGraphicFramePr>
            <a:graphicFrameLocks noGrp="1"/>
          </p:cNvGraphicFramePr>
          <p:nvPr/>
        </p:nvGraphicFramePr>
        <p:xfrm>
          <a:off x="838195" y="1407832"/>
          <a:ext cx="105155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36953585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3024901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2902167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140729099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8444247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0481053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7052849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7486235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12211576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4928198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8146865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073213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49402376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2026</a:t>
                      </a: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2027</a:t>
                      </a:r>
                    </a:p>
                  </a:txBody>
                  <a:tcPr>
                    <a:solidFill>
                      <a:srgbClr val="1C9EB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41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Jun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Jul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Aug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Sep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Oct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Nov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Dec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093567"/>
                  </a:ext>
                </a:extLst>
              </a:tr>
            </a:tbl>
          </a:graphicData>
        </a:graphic>
      </p:graphicFrame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0E4A2DEA-42F8-7E47-6EE3-AC810A6599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956179"/>
              </p:ext>
            </p:extLst>
          </p:nvPr>
        </p:nvGraphicFramePr>
        <p:xfrm>
          <a:off x="838195" y="4337275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7055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2425583">
                  <a:extLst>
                    <a:ext uri="{9D8B030D-6E8A-4147-A177-3AD203B41FA5}">
                      <a16:colId xmlns:a16="http://schemas.microsoft.com/office/drawing/2014/main" val="181734793"/>
                    </a:ext>
                  </a:extLst>
                </a:gridCol>
                <a:gridCol w="805399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2428954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  <a:gridCol w="3238606">
                  <a:extLst>
                    <a:ext uri="{9D8B030D-6E8A-4147-A177-3AD203B41FA5}">
                      <a16:colId xmlns:a16="http://schemas.microsoft.com/office/drawing/2014/main" val="1394608926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Pre-training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Post-training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BC95A713-A331-B69B-FC87-B81C818A2A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9163812"/>
              </p:ext>
            </p:extLst>
          </p:nvPr>
        </p:nvGraphicFramePr>
        <p:xfrm>
          <a:off x="838196" y="3630315"/>
          <a:ext cx="10515598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8875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42456367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2428874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  <a:gridCol w="2428874">
                  <a:extLst>
                    <a:ext uri="{9D8B030D-6E8A-4147-A177-3AD203B41FA5}">
                      <a16:colId xmlns:a16="http://schemas.microsoft.com/office/drawing/2014/main" val="3901602536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Pre-training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Post-training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7955D895-33BA-3934-2145-DEE3487F3D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4346379"/>
              </p:ext>
            </p:extLst>
          </p:nvPr>
        </p:nvGraphicFramePr>
        <p:xfrm>
          <a:off x="838195" y="2923354"/>
          <a:ext cx="10515597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3747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2425310">
                  <a:extLst>
                    <a:ext uri="{9D8B030D-6E8A-4147-A177-3AD203B41FA5}">
                      <a16:colId xmlns:a16="http://schemas.microsoft.com/office/drawing/2014/main" val="3762050972"/>
                    </a:ext>
                  </a:extLst>
                </a:gridCol>
                <a:gridCol w="810228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2427787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  <a:gridCol w="1618525">
                  <a:extLst>
                    <a:ext uri="{9D8B030D-6E8A-4147-A177-3AD203B41FA5}">
                      <a16:colId xmlns:a16="http://schemas.microsoft.com/office/drawing/2014/main" val="1905242853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Pre-training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Post-training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5" name="Content Placeholder 6">
            <a:extLst>
              <a:ext uri="{FF2B5EF4-FFF2-40B4-BE49-F238E27FC236}">
                <a16:creationId xmlns:a16="http://schemas.microsoft.com/office/drawing/2014/main" id="{DCC35898-BD14-F4C7-F1B1-1452DE655A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1207476"/>
              </p:ext>
            </p:extLst>
          </p:nvPr>
        </p:nvGraphicFramePr>
        <p:xfrm>
          <a:off x="838195" y="2216393"/>
          <a:ext cx="10515598" cy="64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710">
                  <a:extLst>
                    <a:ext uri="{9D8B030D-6E8A-4147-A177-3AD203B41FA5}">
                      <a16:colId xmlns:a16="http://schemas.microsoft.com/office/drawing/2014/main" val="1587226476"/>
                    </a:ext>
                  </a:extLst>
                </a:gridCol>
                <a:gridCol w="2426226">
                  <a:extLst>
                    <a:ext uri="{9D8B030D-6E8A-4147-A177-3AD203B41FA5}">
                      <a16:colId xmlns:a16="http://schemas.microsoft.com/office/drawing/2014/main" val="2122413302"/>
                    </a:ext>
                  </a:extLst>
                </a:gridCol>
                <a:gridCol w="811454">
                  <a:extLst>
                    <a:ext uri="{9D8B030D-6E8A-4147-A177-3AD203B41FA5}">
                      <a16:colId xmlns:a16="http://schemas.microsoft.com/office/drawing/2014/main" val="2234841659"/>
                    </a:ext>
                  </a:extLst>
                </a:gridCol>
                <a:gridCol w="2425656">
                  <a:extLst>
                    <a:ext uri="{9D8B030D-6E8A-4147-A177-3AD203B41FA5}">
                      <a16:colId xmlns:a16="http://schemas.microsoft.com/office/drawing/2014/main" val="3798826895"/>
                    </a:ext>
                  </a:extLst>
                </a:gridCol>
                <a:gridCol w="808552">
                  <a:extLst>
                    <a:ext uri="{9D8B030D-6E8A-4147-A177-3AD203B41FA5}">
                      <a16:colId xmlns:a16="http://schemas.microsoft.com/office/drawing/2014/main" val="397273649"/>
                    </a:ext>
                  </a:extLst>
                </a:gridCol>
              </a:tblGrid>
              <a:tr h="640800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Pre-training</a:t>
                      </a:r>
                    </a:p>
                  </a:txBody>
                  <a:tcPr anchor="ctr">
                    <a:solidFill>
                      <a:srgbClr val="F6851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Train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Post-training</a:t>
                      </a:r>
                    </a:p>
                  </a:txBody>
                  <a:tcPr anchor="ctr">
                    <a:solidFill>
                      <a:srgbClr val="66399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8458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4670927-EECC-A86F-9C3C-1427F32A2AE0}"/>
              </a:ext>
            </a:extLst>
          </p:cNvPr>
          <p:cNvGraphicFramePr>
            <a:graphicFrameLocks noGrp="1"/>
          </p:cNvGraphicFramePr>
          <p:nvPr/>
        </p:nvGraphicFramePr>
        <p:xfrm>
          <a:off x="838195" y="5751195"/>
          <a:ext cx="1051559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336953585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3024901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29021676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140729099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8444247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0481053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97052849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7486235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12211576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49281984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8146865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607321302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49402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Jun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Jul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Aug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Sep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Oct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Nov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Dec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Jan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Feb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Mar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Apr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solidFill>
                            <a:schemeClr val="tx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May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63228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bg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2026</a:t>
                      </a: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SE" b="0" i="0" dirty="0">
                          <a:solidFill>
                            <a:schemeClr val="bg1"/>
                          </a:solidFill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2027</a:t>
                      </a:r>
                    </a:p>
                  </a:txBody>
                  <a:tcPr>
                    <a:solidFill>
                      <a:srgbClr val="1C9EBC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E" dirty="0">
                        <a:latin typeface="Helvetica" pitchFamily="2" charset="0"/>
                      </a:endParaRPr>
                    </a:p>
                  </a:txBody>
                  <a:tcPr>
                    <a:solidFill>
                      <a:srgbClr val="1C9E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93567"/>
                  </a:ext>
                </a:extLst>
              </a:tr>
            </a:tbl>
          </a:graphicData>
        </a:graphic>
      </p:graphicFrame>
      <p:sp>
        <p:nvSpPr>
          <p:cNvPr id="20" name="Title 1">
            <a:extLst>
              <a:ext uri="{FF2B5EF4-FFF2-40B4-BE49-F238E27FC236}">
                <a16:creationId xmlns:a16="http://schemas.microsoft.com/office/drawing/2014/main" id="{EE9E028A-4C8F-130D-1BB9-9076A75D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E" sz="5400" b="1" dirty="0"/>
              <a:t>Nested Staircase Design</a:t>
            </a:r>
            <a:endParaRPr lang="en-SE" sz="54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402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DA763-B07A-B826-1D92-1B3B51755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5F71-8AD9-8EB3-8F38-E1813FD4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</a:rPr>
              <a:t>Nested Staircase Outcomes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4B0A46-A810-C1F5-CB8D-DC8892D3A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SE" dirty="0">
                <a:latin typeface="Roboto Medium" panose="02000000000000000000" pitchFamily="2" charset="0"/>
                <a:ea typeface="Roboto Medium" panose="02000000000000000000" pitchFamily="2" charset="0"/>
              </a:rPr>
              <a:t>Secondary outcomes</a:t>
            </a:r>
          </a:p>
          <a:p>
            <a:pPr marL="285750" indent="-285750"/>
            <a:r>
              <a:rPr lang="en-GB" dirty="0"/>
              <a:t>Adherence to ATLS principles, collected through observations</a:t>
            </a:r>
          </a:p>
          <a:p>
            <a:pPr marL="285750" indent="-285750"/>
            <a:r>
              <a:rPr lang="en-GB" dirty="0"/>
              <a:t>Quality of life, measured using EQ5D5L at 30 days and 90 days</a:t>
            </a:r>
          </a:p>
          <a:p>
            <a:pPr marL="285750" indent="-285750"/>
            <a:r>
              <a:rPr lang="en-GB" dirty="0"/>
              <a:t>Disability, measured using WHODAS 2.0 at 30 days and 90 days</a:t>
            </a:r>
          </a:p>
          <a:p>
            <a:pPr marL="285750" indent="-285750"/>
            <a:endParaRPr lang="en-GB" dirty="0"/>
          </a:p>
          <a:p>
            <a:pPr marL="0" indent="0">
              <a:buNone/>
            </a:pPr>
            <a:r>
              <a:rPr lang="en-SE" dirty="0">
                <a:latin typeface="Roboto Medium" panose="02000000000000000000" pitchFamily="2" charset="0"/>
                <a:ea typeface="Roboto Medium" panose="02000000000000000000" pitchFamily="2" charset="0"/>
              </a:rPr>
              <a:t>Rationale</a:t>
            </a:r>
          </a:p>
          <a:p>
            <a:pPr marL="0" indent="0">
              <a:buNone/>
            </a:pPr>
            <a:r>
              <a:rPr lang="en-SE" dirty="0"/>
              <a:t>These outcomes are more time consuming to collect and we expect larger effects, fewer participants needed</a:t>
            </a:r>
          </a:p>
        </p:txBody>
      </p:sp>
      <p:sp>
        <p:nvSpPr>
          <p:cNvPr id="3" name="Date Placeholder 26">
            <a:extLst>
              <a:ext uri="{FF2B5EF4-FFF2-40B4-BE49-F238E27FC236}">
                <a16:creationId xmlns:a16="http://schemas.microsoft.com/office/drawing/2014/main" id="{7B2EB382-0F19-DEE4-1EBD-F3B61731FB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DC5173-7837-D543-87C9-BB5481370E53}" type="datetime1">
              <a:rPr lang="sv-SE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2026-03-20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" name="Footer Placeholder 27">
            <a:extLst>
              <a:ext uri="{FF2B5EF4-FFF2-40B4-BE49-F238E27FC236}">
                <a16:creationId xmlns:a16="http://schemas.microsoft.com/office/drawing/2014/main" id="{40EB0DBA-4B40-5B19-45BC-A088401D0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ADVANCE TRAUMA</a:t>
            </a:r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9" name="Slide Number Placeholder 28">
            <a:extLst>
              <a:ext uri="{FF2B5EF4-FFF2-40B4-BE49-F238E27FC236}">
                <a16:creationId xmlns:a16="http://schemas.microsoft.com/office/drawing/2014/main" id="{1E00B8D5-5B9B-A4DC-CDD4-A5BB9CC6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AFF88E-1A69-FB4E-8220-ADD83A201650}" type="slidenum">
              <a:rPr lang="en-SE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301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D3CE-1058-DD52-29CF-12DF00D8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  <a:ea typeface="Roboto Black" panose="02000000000000000000" pitchFamily="2" charset="0"/>
              </a:rPr>
              <a:t>Intervention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1BD2E-D1F9-C1F3-CFB9-3E64612C9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dirty="0"/>
              <a:t>We can train an average of 10 physicians per hospital</a:t>
            </a:r>
          </a:p>
          <a:p>
            <a:r>
              <a:rPr lang="en-SE" dirty="0"/>
              <a:t>Important</a:t>
            </a:r>
          </a:p>
          <a:p>
            <a:pPr lvl="1"/>
            <a:r>
              <a:rPr lang="en-SE" dirty="0"/>
              <a:t>Train those who initially resuscitates trauma patients</a:t>
            </a:r>
          </a:p>
          <a:p>
            <a:pPr lvl="1"/>
            <a:r>
              <a:rPr lang="en-SE" dirty="0"/>
              <a:t>Maximise the number of trained physicians in the emergency department on a given day</a:t>
            </a:r>
          </a:p>
          <a:p>
            <a:pPr lvl="1"/>
            <a:r>
              <a:rPr lang="en-SE" dirty="0"/>
              <a:t>Train as many as possible in the same unit</a:t>
            </a:r>
          </a:p>
          <a:p>
            <a:r>
              <a:rPr lang="en-SE" dirty="0"/>
              <a:t>The timing of the training will be randomised</a:t>
            </a:r>
          </a:p>
          <a:p>
            <a:pPr lvl="1"/>
            <a:r>
              <a:rPr lang="en-SE" dirty="0"/>
              <a:t>The first hospital will undergo training four months after the trial starts</a:t>
            </a:r>
          </a:p>
          <a:p>
            <a:pPr lvl="1"/>
            <a:r>
              <a:rPr lang="en-SE" dirty="0"/>
              <a:t>Hospitals will be informed about their sequence no later than one month in advance</a:t>
            </a:r>
          </a:p>
        </p:txBody>
      </p:sp>
      <p:sp>
        <p:nvSpPr>
          <p:cNvPr id="7" name="Date Placeholder 26">
            <a:extLst>
              <a:ext uri="{FF2B5EF4-FFF2-40B4-BE49-F238E27FC236}">
                <a16:creationId xmlns:a16="http://schemas.microsoft.com/office/drawing/2014/main" id="{529FBEE4-C7ED-289D-89C8-1BB4C7A3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DC5173-7837-D543-87C9-BB5481370E53}" type="datetime1">
              <a:rPr lang="sv-SE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2026-03-20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" name="Footer Placeholder 27">
            <a:extLst>
              <a:ext uri="{FF2B5EF4-FFF2-40B4-BE49-F238E27FC236}">
                <a16:creationId xmlns:a16="http://schemas.microsoft.com/office/drawing/2014/main" id="{F23C30B2-EB13-CFB7-B7F1-2629854F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ADVANCE TRAUMA</a:t>
            </a:r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9" name="Slide Number Placeholder 28">
            <a:extLst>
              <a:ext uri="{FF2B5EF4-FFF2-40B4-BE49-F238E27FC236}">
                <a16:creationId xmlns:a16="http://schemas.microsoft.com/office/drawing/2014/main" id="{ED3A9CE1-FAD7-8CED-9B0C-7E69B325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AFF88E-1A69-FB4E-8220-ADD83A201650}" type="slidenum">
              <a:rPr lang="en-SE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379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F68069-5DB8-1905-CA8C-66B1306C8344}"/>
              </a:ext>
            </a:extLst>
          </p:cNvPr>
          <p:cNvGraphicFramePr>
            <a:graphicFrameLocks noGrp="1"/>
          </p:cNvGraphicFramePr>
          <p:nvPr/>
        </p:nvGraphicFramePr>
        <p:xfrm>
          <a:off x="2328905" y="1530351"/>
          <a:ext cx="7267041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435">
                  <a:extLst>
                    <a:ext uri="{9D8B030D-6E8A-4147-A177-3AD203B41FA5}">
                      <a16:colId xmlns:a16="http://schemas.microsoft.com/office/drawing/2014/main" val="828268931"/>
                    </a:ext>
                  </a:extLst>
                </a:gridCol>
                <a:gridCol w="1668435">
                  <a:extLst>
                    <a:ext uri="{9D8B030D-6E8A-4147-A177-3AD203B41FA5}">
                      <a16:colId xmlns:a16="http://schemas.microsoft.com/office/drawing/2014/main" val="2830901176"/>
                    </a:ext>
                  </a:extLst>
                </a:gridCol>
                <a:gridCol w="1848223">
                  <a:extLst>
                    <a:ext uri="{9D8B030D-6E8A-4147-A177-3AD203B41FA5}">
                      <a16:colId xmlns:a16="http://schemas.microsoft.com/office/drawing/2014/main" val="207546316"/>
                    </a:ext>
                  </a:extLst>
                </a:gridCol>
                <a:gridCol w="2081948">
                  <a:extLst>
                    <a:ext uri="{9D8B030D-6E8A-4147-A177-3AD203B41FA5}">
                      <a16:colId xmlns:a16="http://schemas.microsoft.com/office/drawing/2014/main" val="898206154"/>
                    </a:ext>
                  </a:extLst>
                </a:gridCol>
              </a:tblGrid>
              <a:tr h="228658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1/Monday &amp; 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2/Tuesday &amp; 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3/Wednesday &amp; Saturday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2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50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63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817259"/>
                  </a:ext>
                </a:extLst>
              </a:tr>
            </a:tbl>
          </a:graphicData>
        </a:graphic>
      </p:graphicFrame>
      <p:pic>
        <p:nvPicPr>
          <p:cNvPr id="10" name="Graphic 9" descr="Tick with solid fill">
            <a:extLst>
              <a:ext uri="{FF2B5EF4-FFF2-40B4-BE49-F238E27FC236}">
                <a16:creationId xmlns:a16="http://schemas.microsoft.com/office/drawing/2014/main" id="{93BF0EA8-517D-EAA2-D306-A1C23EE1D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134871"/>
            <a:ext cx="914400" cy="91440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9F7A79-F98A-991B-F365-2C6E3924CEA5}"/>
              </a:ext>
            </a:extLst>
          </p:cNvPr>
          <p:cNvGraphicFramePr>
            <a:graphicFrameLocks noGrp="1"/>
          </p:cNvGraphicFramePr>
          <p:nvPr/>
        </p:nvGraphicFramePr>
        <p:xfrm>
          <a:off x="2328905" y="4097973"/>
          <a:ext cx="7267041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435">
                  <a:extLst>
                    <a:ext uri="{9D8B030D-6E8A-4147-A177-3AD203B41FA5}">
                      <a16:colId xmlns:a16="http://schemas.microsoft.com/office/drawing/2014/main" val="828268931"/>
                    </a:ext>
                  </a:extLst>
                </a:gridCol>
                <a:gridCol w="1668435">
                  <a:extLst>
                    <a:ext uri="{9D8B030D-6E8A-4147-A177-3AD203B41FA5}">
                      <a16:colId xmlns:a16="http://schemas.microsoft.com/office/drawing/2014/main" val="2830901176"/>
                    </a:ext>
                  </a:extLst>
                </a:gridCol>
                <a:gridCol w="1848223">
                  <a:extLst>
                    <a:ext uri="{9D8B030D-6E8A-4147-A177-3AD203B41FA5}">
                      <a16:colId xmlns:a16="http://schemas.microsoft.com/office/drawing/2014/main" val="207546316"/>
                    </a:ext>
                  </a:extLst>
                </a:gridCol>
                <a:gridCol w="2081948">
                  <a:extLst>
                    <a:ext uri="{9D8B030D-6E8A-4147-A177-3AD203B41FA5}">
                      <a16:colId xmlns:a16="http://schemas.microsoft.com/office/drawing/2014/main" val="898206154"/>
                    </a:ext>
                  </a:extLst>
                </a:gridCol>
              </a:tblGrid>
              <a:tr h="228658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1/Monday &amp; 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2/Tuesday &amp; 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3/Wednesday &amp; Saturday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2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850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63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817259"/>
                  </a:ext>
                </a:extLst>
              </a:tr>
            </a:tbl>
          </a:graphicData>
        </a:graphic>
      </p:graphicFrame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1E39A40F-A175-7B6B-D2C1-2CA1F99582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702493"/>
            <a:ext cx="914400" cy="9144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38B94DE-2EC0-9F08-4B58-3D00C3EA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  <a:ea typeface="Roboto Black" panose="02000000000000000000" pitchFamily="2" charset="0"/>
              </a:rPr>
              <a:t>Intervention implementation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7C686C-6054-A281-49C2-E6F6508305DE}"/>
              </a:ext>
            </a:extLst>
          </p:cNvPr>
          <p:cNvSpPr/>
          <p:nvPr/>
        </p:nvSpPr>
        <p:spPr>
          <a:xfrm>
            <a:off x="838199" y="3834063"/>
            <a:ext cx="10515599" cy="252228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Date Placeholder 26">
            <a:extLst>
              <a:ext uri="{FF2B5EF4-FFF2-40B4-BE49-F238E27FC236}">
                <a16:creationId xmlns:a16="http://schemas.microsoft.com/office/drawing/2014/main" id="{F2EDCD5A-19F4-4230-7006-BF405A1F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DC5173-7837-D543-87C9-BB5481370E53}" type="datetime1">
              <a:rPr lang="sv-SE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2026-03-20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4" name="Footer Placeholder 27">
            <a:extLst>
              <a:ext uri="{FF2B5EF4-FFF2-40B4-BE49-F238E27FC236}">
                <a16:creationId xmlns:a16="http://schemas.microsoft.com/office/drawing/2014/main" id="{BDF92787-A9B1-A293-30B9-688CBFE4C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ADVANCE TRAUMA</a:t>
            </a:r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15" name="Slide Number Placeholder 28">
            <a:extLst>
              <a:ext uri="{FF2B5EF4-FFF2-40B4-BE49-F238E27FC236}">
                <a16:creationId xmlns:a16="http://schemas.microsoft.com/office/drawing/2014/main" id="{100559CF-74C6-79AD-E42E-C93D6BDF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AFF88E-1A69-FB4E-8220-ADD83A201650}" type="slidenum">
              <a:rPr lang="en-SE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581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E3EB-3797-13D8-AB0D-75E0BA5D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80C6C6-8376-91BC-49E0-FAEEBBD48F8E}"/>
              </a:ext>
            </a:extLst>
          </p:cNvPr>
          <p:cNvGraphicFramePr>
            <a:graphicFrameLocks noGrp="1"/>
          </p:cNvGraphicFramePr>
          <p:nvPr/>
        </p:nvGraphicFramePr>
        <p:xfrm>
          <a:off x="2328905" y="1530351"/>
          <a:ext cx="7267041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435">
                  <a:extLst>
                    <a:ext uri="{9D8B030D-6E8A-4147-A177-3AD203B41FA5}">
                      <a16:colId xmlns:a16="http://schemas.microsoft.com/office/drawing/2014/main" val="828268931"/>
                    </a:ext>
                  </a:extLst>
                </a:gridCol>
                <a:gridCol w="1668435">
                  <a:extLst>
                    <a:ext uri="{9D8B030D-6E8A-4147-A177-3AD203B41FA5}">
                      <a16:colId xmlns:a16="http://schemas.microsoft.com/office/drawing/2014/main" val="2830901176"/>
                    </a:ext>
                  </a:extLst>
                </a:gridCol>
                <a:gridCol w="1848223">
                  <a:extLst>
                    <a:ext uri="{9D8B030D-6E8A-4147-A177-3AD203B41FA5}">
                      <a16:colId xmlns:a16="http://schemas.microsoft.com/office/drawing/2014/main" val="207546316"/>
                    </a:ext>
                  </a:extLst>
                </a:gridCol>
                <a:gridCol w="2081948">
                  <a:extLst>
                    <a:ext uri="{9D8B030D-6E8A-4147-A177-3AD203B41FA5}">
                      <a16:colId xmlns:a16="http://schemas.microsoft.com/office/drawing/2014/main" val="898206154"/>
                    </a:ext>
                  </a:extLst>
                </a:gridCol>
              </a:tblGrid>
              <a:tr h="228658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1/Monday &amp; 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2/Tuesday &amp; 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3/Wednesday &amp; Saturday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2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50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63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817259"/>
                  </a:ext>
                </a:extLst>
              </a:tr>
            </a:tbl>
          </a:graphicData>
        </a:graphic>
      </p:graphicFrame>
      <p:pic>
        <p:nvPicPr>
          <p:cNvPr id="10" name="Graphic 9" descr="Tick with solid fill">
            <a:extLst>
              <a:ext uri="{FF2B5EF4-FFF2-40B4-BE49-F238E27FC236}">
                <a16:creationId xmlns:a16="http://schemas.microsoft.com/office/drawing/2014/main" id="{18EC80DA-61A9-84D3-95B6-BC147D312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134871"/>
            <a:ext cx="914400" cy="91440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00DAF51-68B0-1E74-2B9D-7A4775A7897E}"/>
              </a:ext>
            </a:extLst>
          </p:cNvPr>
          <p:cNvGraphicFramePr>
            <a:graphicFrameLocks noGrp="1"/>
          </p:cNvGraphicFramePr>
          <p:nvPr/>
        </p:nvGraphicFramePr>
        <p:xfrm>
          <a:off x="2328905" y="4097973"/>
          <a:ext cx="7267041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435">
                  <a:extLst>
                    <a:ext uri="{9D8B030D-6E8A-4147-A177-3AD203B41FA5}">
                      <a16:colId xmlns:a16="http://schemas.microsoft.com/office/drawing/2014/main" val="828268931"/>
                    </a:ext>
                  </a:extLst>
                </a:gridCol>
                <a:gridCol w="1668435">
                  <a:extLst>
                    <a:ext uri="{9D8B030D-6E8A-4147-A177-3AD203B41FA5}">
                      <a16:colId xmlns:a16="http://schemas.microsoft.com/office/drawing/2014/main" val="2830901176"/>
                    </a:ext>
                  </a:extLst>
                </a:gridCol>
                <a:gridCol w="1848223">
                  <a:extLst>
                    <a:ext uri="{9D8B030D-6E8A-4147-A177-3AD203B41FA5}">
                      <a16:colId xmlns:a16="http://schemas.microsoft.com/office/drawing/2014/main" val="207546316"/>
                    </a:ext>
                  </a:extLst>
                </a:gridCol>
                <a:gridCol w="2081948">
                  <a:extLst>
                    <a:ext uri="{9D8B030D-6E8A-4147-A177-3AD203B41FA5}">
                      <a16:colId xmlns:a16="http://schemas.microsoft.com/office/drawing/2014/main" val="898206154"/>
                    </a:ext>
                  </a:extLst>
                </a:gridCol>
              </a:tblGrid>
              <a:tr h="228658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1/Monday &amp; 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2/Tuesday &amp; 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3/Wednesday &amp; Saturday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2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850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63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817259"/>
                  </a:ext>
                </a:extLst>
              </a:tr>
            </a:tbl>
          </a:graphicData>
        </a:graphic>
      </p:graphicFrame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CB708597-3D8C-DFE4-9693-53BE278D74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702493"/>
            <a:ext cx="914400" cy="9144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BCE2619-6822-CE56-2585-790583EC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  <a:ea typeface="Roboto Black" panose="02000000000000000000" pitchFamily="2" charset="0"/>
              </a:rPr>
              <a:t>Intervention implementation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DE9370-3799-5BA2-6081-B4369B30377E}"/>
              </a:ext>
            </a:extLst>
          </p:cNvPr>
          <p:cNvSpPr/>
          <p:nvPr/>
        </p:nvSpPr>
        <p:spPr>
          <a:xfrm>
            <a:off x="838199" y="1402053"/>
            <a:ext cx="10515599" cy="252228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" name="Date Placeholder 26">
            <a:extLst>
              <a:ext uri="{FF2B5EF4-FFF2-40B4-BE49-F238E27FC236}">
                <a16:creationId xmlns:a16="http://schemas.microsoft.com/office/drawing/2014/main" id="{EFD6C141-F7E3-4B6F-6281-8033EF00D1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DC5173-7837-D543-87C9-BB5481370E53}" type="datetime1">
              <a:rPr lang="sv-SE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2026-03-20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3" name="Footer Placeholder 27">
            <a:extLst>
              <a:ext uri="{FF2B5EF4-FFF2-40B4-BE49-F238E27FC236}">
                <a16:creationId xmlns:a16="http://schemas.microsoft.com/office/drawing/2014/main" id="{E46E2225-B210-9ACD-03BF-F1D6E9E5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ADVANCE TRAUMA</a:t>
            </a:r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" name="Slide Number Placeholder 28">
            <a:extLst>
              <a:ext uri="{FF2B5EF4-FFF2-40B4-BE49-F238E27FC236}">
                <a16:creationId xmlns:a16="http://schemas.microsoft.com/office/drawing/2014/main" id="{DF886E71-3665-2BD6-4D75-F1A1E579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AFF88E-1A69-FB4E-8220-ADD83A201650}" type="slidenum">
              <a:rPr lang="en-SE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578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FA17-E696-7563-C0F7-358D08D1B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FC560C9-AE9C-8EDD-29F7-57133E44A55D}"/>
              </a:ext>
            </a:extLst>
          </p:cNvPr>
          <p:cNvGraphicFramePr>
            <a:graphicFrameLocks noGrp="1"/>
          </p:cNvGraphicFramePr>
          <p:nvPr/>
        </p:nvGraphicFramePr>
        <p:xfrm>
          <a:off x="2328905" y="1530351"/>
          <a:ext cx="7267041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435">
                  <a:extLst>
                    <a:ext uri="{9D8B030D-6E8A-4147-A177-3AD203B41FA5}">
                      <a16:colId xmlns:a16="http://schemas.microsoft.com/office/drawing/2014/main" val="828268931"/>
                    </a:ext>
                  </a:extLst>
                </a:gridCol>
                <a:gridCol w="1668435">
                  <a:extLst>
                    <a:ext uri="{9D8B030D-6E8A-4147-A177-3AD203B41FA5}">
                      <a16:colId xmlns:a16="http://schemas.microsoft.com/office/drawing/2014/main" val="2830901176"/>
                    </a:ext>
                  </a:extLst>
                </a:gridCol>
                <a:gridCol w="1848223">
                  <a:extLst>
                    <a:ext uri="{9D8B030D-6E8A-4147-A177-3AD203B41FA5}">
                      <a16:colId xmlns:a16="http://schemas.microsoft.com/office/drawing/2014/main" val="207546316"/>
                    </a:ext>
                  </a:extLst>
                </a:gridCol>
                <a:gridCol w="2081948">
                  <a:extLst>
                    <a:ext uri="{9D8B030D-6E8A-4147-A177-3AD203B41FA5}">
                      <a16:colId xmlns:a16="http://schemas.microsoft.com/office/drawing/2014/main" val="898206154"/>
                    </a:ext>
                  </a:extLst>
                </a:gridCol>
              </a:tblGrid>
              <a:tr h="228658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1/Monday &amp; 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2/Tuesday &amp; 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3/Wednesday &amp; Saturday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2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50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63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817259"/>
                  </a:ext>
                </a:extLst>
              </a:tr>
            </a:tbl>
          </a:graphicData>
        </a:graphic>
      </p:graphicFrame>
      <p:pic>
        <p:nvPicPr>
          <p:cNvPr id="10" name="Graphic 9" descr="Tick with solid fill">
            <a:extLst>
              <a:ext uri="{FF2B5EF4-FFF2-40B4-BE49-F238E27FC236}">
                <a16:creationId xmlns:a16="http://schemas.microsoft.com/office/drawing/2014/main" id="{706C342B-8A3A-2E1C-A786-E2C415234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134871"/>
            <a:ext cx="914400" cy="91440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E9A2FF-A291-8F3E-9566-EBB7BB9499E0}"/>
              </a:ext>
            </a:extLst>
          </p:cNvPr>
          <p:cNvGraphicFramePr>
            <a:graphicFrameLocks noGrp="1"/>
          </p:cNvGraphicFramePr>
          <p:nvPr/>
        </p:nvGraphicFramePr>
        <p:xfrm>
          <a:off x="2328905" y="4097973"/>
          <a:ext cx="7267041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8435">
                  <a:extLst>
                    <a:ext uri="{9D8B030D-6E8A-4147-A177-3AD203B41FA5}">
                      <a16:colId xmlns:a16="http://schemas.microsoft.com/office/drawing/2014/main" val="828268931"/>
                    </a:ext>
                  </a:extLst>
                </a:gridCol>
                <a:gridCol w="1668435">
                  <a:extLst>
                    <a:ext uri="{9D8B030D-6E8A-4147-A177-3AD203B41FA5}">
                      <a16:colId xmlns:a16="http://schemas.microsoft.com/office/drawing/2014/main" val="2830901176"/>
                    </a:ext>
                  </a:extLst>
                </a:gridCol>
                <a:gridCol w="1848223">
                  <a:extLst>
                    <a:ext uri="{9D8B030D-6E8A-4147-A177-3AD203B41FA5}">
                      <a16:colId xmlns:a16="http://schemas.microsoft.com/office/drawing/2014/main" val="207546316"/>
                    </a:ext>
                  </a:extLst>
                </a:gridCol>
                <a:gridCol w="2081948">
                  <a:extLst>
                    <a:ext uri="{9D8B030D-6E8A-4147-A177-3AD203B41FA5}">
                      <a16:colId xmlns:a16="http://schemas.microsoft.com/office/drawing/2014/main" val="898206154"/>
                    </a:ext>
                  </a:extLst>
                </a:gridCol>
              </a:tblGrid>
              <a:tr h="228658"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1/Monday &amp; 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2/Tuesday &amp; 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Unit 3/Wednesday &amp; Saturday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820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850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835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639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b="0" i="0" dirty="0">
                          <a:latin typeface="Roboto Light" panose="02000000000000000000" pitchFamily="2" charset="0"/>
                          <a:ea typeface="Roboto Light" panose="02000000000000000000" pitchFamily="2" charset="0"/>
                        </a:rPr>
                        <a:t>Resident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SE" b="0" i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b="0" i="0" dirty="0">
                        <a:latin typeface="Roboto Light" panose="02000000000000000000" pitchFamily="2" charset="0"/>
                        <a:ea typeface="Roboto Light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817259"/>
                  </a:ext>
                </a:extLst>
              </a:tr>
            </a:tbl>
          </a:graphicData>
        </a:graphic>
      </p:graphicFrame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24427666-08FC-7766-B10E-3BDE9D10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702493"/>
            <a:ext cx="914400" cy="9144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756D2CA-FF07-42BC-BD6A-3EF3A443F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  <a:ea typeface="Roboto Black" panose="02000000000000000000" pitchFamily="2" charset="0"/>
              </a:rPr>
              <a:t>Intervention implementation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A69D8-A2B8-3CE1-22B0-7A22F7AC26E5}"/>
              </a:ext>
            </a:extLst>
          </p:cNvPr>
          <p:cNvSpPr/>
          <p:nvPr/>
        </p:nvSpPr>
        <p:spPr>
          <a:xfrm>
            <a:off x="838199" y="3834063"/>
            <a:ext cx="10515599" cy="2522287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" name="Date Placeholder 26">
            <a:extLst>
              <a:ext uri="{FF2B5EF4-FFF2-40B4-BE49-F238E27FC236}">
                <a16:creationId xmlns:a16="http://schemas.microsoft.com/office/drawing/2014/main" id="{5A957D60-0C56-6B13-8DC9-C5E7FCAFA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DC5173-7837-D543-87C9-BB5481370E53}" type="datetime1">
              <a:rPr lang="sv-SE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2026-03-20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3" name="Footer Placeholder 27">
            <a:extLst>
              <a:ext uri="{FF2B5EF4-FFF2-40B4-BE49-F238E27FC236}">
                <a16:creationId xmlns:a16="http://schemas.microsoft.com/office/drawing/2014/main" id="{370A3181-1FFF-EB5A-3F21-F19E3A455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ADVANCE TRAUMA</a:t>
            </a:r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" name="Slide Number Placeholder 28">
            <a:extLst>
              <a:ext uri="{FF2B5EF4-FFF2-40B4-BE49-F238E27FC236}">
                <a16:creationId xmlns:a16="http://schemas.microsoft.com/office/drawing/2014/main" id="{403E409C-9C9C-996F-F6E9-D5255A15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S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AFF88E-1A69-FB4E-8220-ADD83A201650}" type="slidenum">
              <a:rPr lang="en-SE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S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417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1C8C9-8626-34F3-4AFE-68046A245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</a:rPr>
              <a:t>Study timeline 2026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2D43798-FB6B-E131-36F9-21AEA3146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6330541"/>
              </p:ext>
            </p:extLst>
          </p:nvPr>
        </p:nvGraphicFramePr>
        <p:xfrm>
          <a:off x="336000" y="1458000"/>
          <a:ext cx="11520000" cy="54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4108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BCE9-B160-904C-22D6-8DFF7DD1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86651-15B0-E5B7-5455-20C84054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</a:rPr>
              <a:t>Study timeline 2026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4C7E5FB-DFFF-042C-D73E-E57B3DDDA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731272"/>
              </p:ext>
            </p:extLst>
          </p:nvPr>
        </p:nvGraphicFramePr>
        <p:xfrm>
          <a:off x="336000" y="1368874"/>
          <a:ext cx="11520000" cy="54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2891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A1EA-EBA7-8084-AC52-64969035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D7C3-6090-9654-77E8-A54D0B90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SE" sz="5400" b="1" dirty="0">
                <a:latin typeface="Garamond" panose="02020404030301010803" pitchFamily="18" charset="0"/>
              </a:rPr>
              <a:t>Study timeline 2026-2027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498C6E0-C6B8-93F7-6582-52452A08BD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1940130"/>
              </p:ext>
            </p:extLst>
          </p:nvPr>
        </p:nvGraphicFramePr>
        <p:xfrm>
          <a:off x="336000" y="1458000"/>
          <a:ext cx="11520000" cy="54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9160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9DB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AE0A5-1235-17EB-D5B6-810A7E6E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5AEC4203-9B4B-61B2-0B29-7257ECBCC47C}"/>
              </a:ext>
            </a:extLst>
          </p:cNvPr>
          <p:cNvSpPr txBox="1">
            <a:spLocks/>
          </p:cNvSpPr>
          <p:nvPr/>
        </p:nvSpPr>
        <p:spPr>
          <a:xfrm>
            <a:off x="3638548" y="5027398"/>
            <a:ext cx="4914901" cy="557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Quicksand" pitchFamily="2" charset="77"/>
                <a:ea typeface="Roboto Light" panose="02000000000000000000" pitchFamily="2" charset="0"/>
                <a:cs typeface="Helvetica Neue" panose="02000503000000020004" pitchFamily="2" charset="0"/>
              </a:rPr>
              <a:t>www.advancetrauma.info</a:t>
            </a:r>
            <a:endParaRPr kumimoji="0" lang="en-SE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cksand" pitchFamily="2" charset="77"/>
              <a:ea typeface="Roboto Light" panose="02000000000000000000" pitchFamily="2" charset="0"/>
              <a:cs typeface="Helvetica Neue" panose="02000503000000020004" pitchFamily="2" charset="0"/>
            </a:endParaRPr>
          </a:p>
        </p:txBody>
      </p:sp>
      <p:pic>
        <p:nvPicPr>
          <p:cNvPr id="7" name="Picture 6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83CF39CF-A295-F8A0-967B-A6090877E0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999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0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28454</TotalTime>
  <Words>734</Words>
  <Application>Microsoft Macintosh PowerPoint</Application>
  <PresentationFormat>Widescreen</PresentationFormat>
  <Paragraphs>278</Paragraphs>
  <Slides>17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Aptos</vt:lpstr>
      <vt:lpstr>Arial</vt:lpstr>
      <vt:lpstr>Garamond</vt:lpstr>
      <vt:lpstr>Helvetica</vt:lpstr>
      <vt:lpstr>Helvetica Neue</vt:lpstr>
      <vt:lpstr>Helvetica Neue Light</vt:lpstr>
      <vt:lpstr>Quicksand</vt:lpstr>
      <vt:lpstr>Roboto</vt:lpstr>
      <vt:lpstr>Roboto Light</vt:lpstr>
      <vt:lpstr>Roboto Medium</vt:lpstr>
      <vt:lpstr>Roboto Thin</vt:lpstr>
      <vt:lpstr>1_Office Theme</vt:lpstr>
      <vt:lpstr>2_Office Theme</vt:lpstr>
      <vt:lpstr>PowerPoint Presentation</vt:lpstr>
      <vt:lpstr>PowerPoint Presentation</vt:lpstr>
      <vt:lpstr>Questions</vt:lpstr>
      <vt:lpstr>Aim To compare the effects of ATLS® training with standard care on outcomes in adult trauma patients</vt:lpstr>
      <vt:lpstr>Main Design</vt:lpstr>
      <vt:lpstr>Main Design</vt:lpstr>
      <vt:lpstr>Main Design Outcomes</vt:lpstr>
      <vt:lpstr>Nested Staircase Design</vt:lpstr>
      <vt:lpstr>Nested Staircase Outcomes</vt:lpstr>
      <vt:lpstr>Intervention implementation</vt:lpstr>
      <vt:lpstr>Intervention implementation</vt:lpstr>
      <vt:lpstr>Intervention implementation</vt:lpstr>
      <vt:lpstr>Intervention implementation</vt:lpstr>
      <vt:lpstr>Study timeline 2026</vt:lpstr>
      <vt:lpstr>Study timeline 2026</vt:lpstr>
      <vt:lpstr>Study timeline 2026-2027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Gerdin Wärnberg</dc:creator>
  <cp:lastModifiedBy>Martin Gerdin Wärnberg</cp:lastModifiedBy>
  <cp:revision>43</cp:revision>
  <dcterms:created xsi:type="dcterms:W3CDTF">2024-10-14T11:58:30Z</dcterms:created>
  <dcterms:modified xsi:type="dcterms:W3CDTF">2026-03-20T18:37:45Z</dcterms:modified>
</cp:coreProperties>
</file>